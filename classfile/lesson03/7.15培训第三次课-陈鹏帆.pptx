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14350" y="666750"/>
            <a:ext cx="6268212" cy="4368939"/>
            <a:chOff x="514350" y="666750"/>
            <a:chExt cx="6268212" cy="4368939"/>
          </a:xfrm>
        </p:grpSpPr>
        <p:sp>
          <p:nvSpPr>
            <p:cNvPr id="2" name="Rectangle 2"/>
            <p:cNvSpPr/>
            <p:nvPr/>
          </p:nvSpPr>
          <p:spPr>
            <a:xfrm>
              <a:off x="533400" y="666750"/>
              <a:ext cx="685800" cy="7620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4256" y="1234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80ED"/>
                  </a:solidFill>
                  <a:latin typeface="Arial"/>
                  <a:ea typeface="Microsoft YaHei"/>
                  <a:cs typeface="Arial"/>
                </a:rPr>
                <a:t>第三次课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1760220"/>
              <a:ext cx="3462486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实验室</a:t>
              </a:r>
              <a:r>
                <a:rPr lang="zh-CN" altLang="en-US" sz="5400" b="1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暑期</a:t>
              </a:r>
              <a:endParaRPr lang="zh-CN" sz="5400" b="1" dirty="0">
                <a:solidFill>
                  <a:srgbClr val="1F4B5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4350" y="2598420"/>
              <a:ext cx="461787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科研入门培训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1782" y="35261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深度学习环境配置、服务器连接与实验室资源使用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52450" y="4114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19050">
              <a:solidFill>
                <a:srgbClr val="CFDCE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3306" y="4358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主讲：陈鹏帆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3306" y="4758690"/>
              <a:ext cx="17184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时间：</a:t>
              </a:r>
              <a:r>
                <a:rPr lang="en-US" altLang="zh-CN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2026.7.15</a:t>
              </a:r>
              <a:endParaRPr lang="zh-CN" sz="1800" dirty="0">
                <a:solidFill>
                  <a:srgbClr val="50646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72250" y="1095375"/>
            <a:ext cx="5238750" cy="5071300"/>
            <a:chOff x="6572250" y="1095375"/>
            <a:chExt cx="5238750" cy="5071300"/>
          </a:xfrm>
        </p:grpSpPr>
        <p:sp>
          <p:nvSpPr>
            <p:cNvPr id="11" name="Freeform 11"/>
            <p:cNvSpPr/>
            <p:nvPr/>
          </p:nvSpPr>
          <p:spPr>
            <a:xfrm>
              <a:off x="7239000" y="1762125"/>
              <a:ext cx="4191000" cy="2600325"/>
            </a:xfrm>
            <a:custGeom>
              <a:avLst/>
              <a:gdLst/>
              <a:ahLst/>
              <a:cxnLst/>
              <a:rect l="l" t="t" r="r" b="b"/>
              <a:pathLst>
                <a:path w="4191000" h="2600325">
                  <a:moveTo>
                    <a:pt x="0" y="0"/>
                  </a:moveTo>
                  <a:cubicBezTo>
                    <a:pt x="1143000" y="0"/>
                    <a:pt x="1238250" y="1190625"/>
                    <a:pt x="2324100" y="1190625"/>
                  </a:cubicBezTo>
                  <a:cubicBezTo>
                    <a:pt x="3409950" y="1190625"/>
                    <a:pt x="3429000" y="2600325"/>
                    <a:pt x="4191000" y="2600325"/>
                  </a:cubicBezTo>
                </a:path>
              </a:pathLst>
            </a:custGeom>
            <a:noFill/>
            <a:ln w="38100">
              <a:solidFill>
                <a:srgbClr val="CFDCE2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572250" y="1095375"/>
              <a:ext cx="1333500" cy="13335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F80ED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010400" y="1558925"/>
              <a:ext cx="457201" cy="415926"/>
              <a:chOff x="7010400" y="1558925"/>
              <a:chExt cx="457201" cy="4159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010400" y="1558925"/>
                <a:ext cx="457201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304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431801" y="0"/>
                    </a:lnTo>
                    <a:cubicBezTo>
                      <a:pt x="445829" y="0"/>
                      <a:pt x="457201" y="11372"/>
                      <a:pt x="457201" y="25400"/>
                    </a:cubicBezTo>
                    <a:lnTo>
                      <a:pt x="457201" y="279400"/>
                    </a:lnTo>
                    <a:cubicBezTo>
                      <a:pt x="457201" y="293428"/>
                      <a:pt x="445829" y="304800"/>
                      <a:pt x="431801" y="304800"/>
                    </a:cubicBezTo>
                    <a:lnTo>
                      <a:pt x="25400" y="304800"/>
                    </a:lnTo>
                    <a:cubicBezTo>
                      <a:pt x="11372" y="304800"/>
                      <a:pt x="0" y="293428"/>
                      <a:pt x="0" y="2794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12000" y="1965326"/>
                <a:ext cx="25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">
                    <a:moveTo>
                      <a:pt x="0" y="0"/>
                    </a:move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162800" y="1863726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15200" y="1863726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975424" y="25107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本地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820150" y="2209800"/>
              <a:ext cx="1485900" cy="14859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4B5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305925" y="2724150"/>
              <a:ext cx="514350" cy="457200"/>
              <a:chOff x="9305925" y="2724150"/>
              <a:chExt cx="514350" cy="457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305925" y="2724150"/>
                <a:ext cx="5143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228600">
                    <a:moveTo>
                      <a:pt x="0" y="85725"/>
                    </a:moveTo>
                    <a:cubicBezTo>
                      <a:pt x="0" y="38380"/>
                      <a:pt x="38380" y="0"/>
                      <a:pt x="85725" y="0"/>
                    </a:cubicBezTo>
                    <a:lnTo>
                      <a:pt x="428625" y="0"/>
                    </a:lnTo>
                    <a:cubicBezTo>
                      <a:pt x="475970" y="0"/>
                      <a:pt x="514350" y="38380"/>
                      <a:pt x="514350" y="85725"/>
                    </a:cubicBezTo>
                    <a:lnTo>
                      <a:pt x="514350" y="142875"/>
                    </a:lnTo>
                    <a:cubicBezTo>
                      <a:pt x="514350" y="190220"/>
                      <a:pt x="475970" y="228600"/>
                      <a:pt x="428625" y="228600"/>
                    </a:cubicBezTo>
                    <a:lnTo>
                      <a:pt x="85725" y="228600"/>
                    </a:lnTo>
                    <a:cubicBezTo>
                      <a:pt x="38380" y="228600"/>
                      <a:pt x="0" y="190220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305925" y="2952750"/>
                <a:ext cx="5143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228600">
                    <a:moveTo>
                      <a:pt x="0" y="85725"/>
                    </a:moveTo>
                    <a:cubicBezTo>
                      <a:pt x="0" y="38380"/>
                      <a:pt x="38380" y="0"/>
                      <a:pt x="85725" y="0"/>
                    </a:cubicBezTo>
                    <a:lnTo>
                      <a:pt x="428625" y="0"/>
                    </a:lnTo>
                    <a:cubicBezTo>
                      <a:pt x="475970" y="0"/>
                      <a:pt x="514350" y="38380"/>
                      <a:pt x="514350" y="85725"/>
                    </a:cubicBezTo>
                    <a:lnTo>
                      <a:pt x="514350" y="142875"/>
                    </a:lnTo>
                    <a:cubicBezTo>
                      <a:pt x="514350" y="190220"/>
                      <a:pt x="475970" y="228600"/>
                      <a:pt x="428625" y="228600"/>
                    </a:cubicBezTo>
                    <a:lnTo>
                      <a:pt x="85725" y="228600"/>
                    </a:lnTo>
                    <a:cubicBezTo>
                      <a:pt x="38380" y="228600"/>
                      <a:pt x="0" y="190220"/>
                      <a:pt x="0" y="142875"/>
                    </a:cubicBez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20225" y="283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86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420225" y="3067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86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9172308" y="38061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服务器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0629900" y="4076700"/>
              <a:ext cx="1181100" cy="1181100"/>
            </a:xfrm>
            <a:prstGeom prst="ellipse">
              <a:avLst/>
            </a:prstGeom>
            <a:solidFill>
              <a:srgbClr val="EDF4F7"/>
            </a:solidFill>
            <a:ln w="28575">
              <a:solidFill>
                <a:srgbClr val="E59B3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1006138" y="4452938"/>
              <a:ext cx="428625" cy="428625"/>
              <a:chOff x="11006138" y="4452938"/>
              <a:chExt cx="428625" cy="4286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1053762" y="4500562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09562" y="0"/>
                    </a:lnTo>
                    <a:cubicBezTo>
                      <a:pt x="322714" y="0"/>
                      <a:pt x="333375" y="10661"/>
                      <a:pt x="333375" y="23812"/>
                    </a:cubicBezTo>
                    <a:lnTo>
                      <a:pt x="333375" y="309562"/>
                    </a:lnTo>
                    <a:cubicBezTo>
                      <a:pt x="333375" y="322714"/>
                      <a:pt x="322714" y="333375"/>
                      <a:pt x="309562" y="333375"/>
                    </a:cubicBezTo>
                    <a:lnTo>
                      <a:pt x="23812" y="333375"/>
                    </a:lnTo>
                    <a:cubicBezTo>
                      <a:pt x="10661" y="333375"/>
                      <a:pt x="0" y="322714"/>
                      <a:pt x="0" y="3095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149012" y="45958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142875"/>
                    </a:lnTo>
                    <a:lnTo>
                      <a:pt x="0" y="1428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006138" y="46196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06138" y="47148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72825" y="445293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268075" y="445293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387138" y="46196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387138" y="47148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268075" y="483393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172825" y="4833938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720685" y="5330190"/>
              <a:ext cx="999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GPU实验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4017" y="5902642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0646F"/>
                  </a:solidFill>
                  <a:latin typeface="Consolas"/>
                  <a:ea typeface="Consolas"/>
                  <a:cs typeface="Consolas"/>
                </a:rPr>
                <a:t>connect → configure → verify → run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5C9E7A6-3FD3-7E36-5D8D-BD85E3B2DD7D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52F6AD0B-333C-9E62-337B-5EFC53DC8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7744CDAF-BA10-D34B-F0DF-19811E7408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A0707158-F2B9-1B10-CE8A-C122C2FD8425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2551E045-E3A8-FB33-69C5-69A454916BF1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999C1454-233C-FF2A-C507-432D068544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1B31AB46-E207-835A-7026-608F843D3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D2B47906-3D6D-8299-74BB-D72B9DD5D7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393AFCBD-8642-5A9A-33B9-A3E7993E0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F0221868-E614-CCAA-9338-27E097C165F6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8F1DE920-6E78-82C9-D5E9-563363A663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CF600140-02D1-F9C8-C3C0-311645327C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EB17ADCF-EE59-22B0-7896-5A2C192C23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3136D90-6E6C-676D-4C3B-1F519B31F0BA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344E623C-F144-75C5-C8A9-5EC650CE1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69E94517-0223-5334-0C4C-3AD2F3545A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88AA91A2-558A-8C65-D045-964399B72206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080B611D-9D7A-5CE5-C74D-57D3A15FAA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B18BE63C-8D3C-EE95-751D-790F030DA3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479108"/>
            <a:ext cx="1479042" cy="897826"/>
            <a:chOff x="517398" y="479108"/>
            <a:chExt cx="1479042" cy="897826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4791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4256" y="10248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本次课程内容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9150" y="1809750"/>
            <a:ext cx="342900" cy="3962400"/>
            <a:chOff x="819150" y="1809750"/>
            <a:chExt cx="342900" cy="3962400"/>
          </a:xfrm>
        </p:grpSpPr>
        <p:sp>
          <p:nvSpPr>
            <p:cNvPr id="5" name="Line 5"/>
            <p:cNvSpPr/>
            <p:nvPr/>
          </p:nvSpPr>
          <p:spPr>
            <a:xfrm>
              <a:off x="99060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38100">
              <a:solidFill>
                <a:srgbClr val="CFDCE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19150" y="1885950"/>
              <a:ext cx="342900" cy="3429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19150" y="3067050"/>
              <a:ext cx="342900" cy="342900"/>
            </a:xfrm>
            <a:prstGeom prst="ellipse">
              <a:avLst/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" y="4248150"/>
              <a:ext cx="342900" cy="342900"/>
            </a:xfrm>
            <a:prstGeom prst="ellipse">
              <a:avLst/>
            </a:prstGeom>
            <a:solidFill>
              <a:srgbClr val="E59B35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19150" y="5429250"/>
              <a:ext cx="342900" cy="342900"/>
            </a:xfrm>
            <a:prstGeom prst="ellipse">
              <a:avLst/>
            </a:prstGeom>
            <a:solidFill>
              <a:srgbClr val="2F8F6B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511808" y="1884045"/>
            <a:ext cx="7673492" cy="4012692"/>
            <a:chOff x="1511808" y="1884045"/>
            <a:chExt cx="7673492" cy="4012692"/>
          </a:xfrm>
        </p:grpSpPr>
        <p:sp>
          <p:nvSpPr>
            <p:cNvPr id="11" name="TextBox 11"/>
            <p:cNvSpPr txBox="1"/>
            <p:nvPr/>
          </p:nvSpPr>
          <p:spPr>
            <a:xfrm>
              <a:off x="1511808" y="1884045"/>
              <a:ext cx="3891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4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01 服务器连接与环境配置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1808" y="3065145"/>
              <a:ext cx="2611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4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02 AutoDL与NAS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1808" y="4246245"/>
              <a:ext cx="24774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4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03 智能体Token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1808" y="5427345"/>
              <a:ext cx="3088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4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04 SASRec GPU实验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32142" y="1978342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0646F"/>
                  </a:solidFill>
                  <a:latin typeface="Arial"/>
                  <a:ea typeface="Arial"/>
                  <a:cs typeface="Arial"/>
                </a:rPr>
                <a:t>CONNECT / CONFIGURE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159442"/>
              <a:ext cx="1185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0646F"/>
                  </a:solidFill>
                  <a:latin typeface="Arial"/>
                  <a:ea typeface="Arial"/>
                  <a:cs typeface="Arial"/>
                </a:rPr>
                <a:t>RENT / SHARE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32142" y="4340542"/>
              <a:ext cx="164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0646F"/>
                  </a:solidFill>
                  <a:latin typeface="Arial"/>
                  <a:ea typeface="Arial"/>
                  <a:cs typeface="Arial"/>
                </a:rPr>
                <a:t>ACCESS / PROTECT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2142" y="5521642"/>
              <a:ext cx="113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0646F"/>
                  </a:solidFill>
                  <a:latin typeface="Arial"/>
                  <a:ea typeface="Arial"/>
                  <a:cs typeface="Arial"/>
                </a:rPr>
                <a:t>VERIFY / RUN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21937" y="1889125"/>
            <a:ext cx="396874" cy="3880643"/>
            <a:chOff x="10421937" y="1889125"/>
            <a:chExt cx="396874" cy="3880643"/>
          </a:xfrm>
        </p:grpSpPr>
        <p:grpSp>
          <p:nvGrpSpPr>
            <p:cNvPr id="24" name="Group 24"/>
            <p:cNvGrpSpPr/>
            <p:nvPr/>
          </p:nvGrpSpPr>
          <p:grpSpPr>
            <a:xfrm>
              <a:off x="10441781" y="1889125"/>
              <a:ext cx="357187" cy="317500"/>
              <a:chOff x="10441781" y="1889125"/>
              <a:chExt cx="357187" cy="317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441781" y="1889125"/>
                <a:ext cx="35718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158750">
                    <a:moveTo>
                      <a:pt x="0" y="59531"/>
                    </a:moveTo>
                    <a:cubicBezTo>
                      <a:pt x="0" y="26653"/>
                      <a:pt x="26653" y="0"/>
                      <a:pt x="59531" y="0"/>
                    </a:cubicBezTo>
                    <a:lnTo>
                      <a:pt x="297656" y="0"/>
                    </a:lnTo>
                    <a:cubicBezTo>
                      <a:pt x="330534" y="0"/>
                      <a:pt x="357187" y="26653"/>
                      <a:pt x="357187" y="59531"/>
                    </a:cubicBezTo>
                    <a:lnTo>
                      <a:pt x="357187" y="99219"/>
                    </a:lnTo>
                    <a:cubicBezTo>
                      <a:pt x="357187" y="132097"/>
                      <a:pt x="330534" y="158750"/>
                      <a:pt x="297656" y="158750"/>
                    </a:cubicBezTo>
                    <a:lnTo>
                      <a:pt x="59531" y="158750"/>
                    </a:lnTo>
                    <a:cubicBezTo>
                      <a:pt x="26653" y="158750"/>
                      <a:pt x="0" y="132097"/>
                      <a:pt x="0" y="99219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41781" y="2047875"/>
                <a:ext cx="35718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158750">
                    <a:moveTo>
                      <a:pt x="0" y="59531"/>
                    </a:moveTo>
                    <a:cubicBezTo>
                      <a:pt x="0" y="26653"/>
                      <a:pt x="26653" y="0"/>
                      <a:pt x="59531" y="0"/>
                    </a:cubicBezTo>
                    <a:lnTo>
                      <a:pt x="297656" y="0"/>
                    </a:lnTo>
                    <a:cubicBezTo>
                      <a:pt x="330534" y="0"/>
                      <a:pt x="357187" y="26653"/>
                      <a:pt x="357187" y="59531"/>
                    </a:cubicBezTo>
                    <a:lnTo>
                      <a:pt x="357187" y="99219"/>
                    </a:lnTo>
                    <a:cubicBezTo>
                      <a:pt x="357187" y="132097"/>
                      <a:pt x="330534" y="158750"/>
                      <a:pt x="297656" y="158750"/>
                    </a:cubicBezTo>
                    <a:lnTo>
                      <a:pt x="59531" y="158750"/>
                    </a:lnTo>
                    <a:cubicBezTo>
                      <a:pt x="26653" y="158750"/>
                      <a:pt x="0" y="132097"/>
                      <a:pt x="0" y="99219"/>
                    </a:cubicBezTo>
                    <a:lnTo>
                      <a:pt x="0" y="59531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521156" y="1968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521156" y="21272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10421937" y="3044230"/>
              <a:ext cx="396874" cy="363338"/>
              <a:chOff x="10421937" y="3044230"/>
              <a:chExt cx="396874" cy="3633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421937" y="3044230"/>
                <a:ext cx="396874" cy="264199"/>
              </a:xfrm>
              <a:custGeom>
                <a:avLst/>
                <a:gdLst/>
                <a:ahLst/>
                <a:cxnLst/>
                <a:rect l="l" t="t" r="r" b="b"/>
                <a:pathLst>
                  <a:path w="396874" h="264199">
                    <a:moveTo>
                      <a:pt x="92412" y="264120"/>
                    </a:moveTo>
                    <a:cubicBezTo>
                      <a:pt x="41374" y="264120"/>
                      <a:pt x="0" y="224294"/>
                      <a:pt x="0" y="175161"/>
                    </a:cubicBezTo>
                    <a:cubicBezTo>
                      <a:pt x="0" y="126047"/>
                      <a:pt x="41374" y="86221"/>
                      <a:pt x="92412" y="86221"/>
                    </a:cubicBezTo>
                    <a:cubicBezTo>
                      <a:pt x="100211" y="51256"/>
                      <a:pt x="128012" y="22721"/>
                      <a:pt x="165338" y="11351"/>
                    </a:cubicBezTo>
                    <a:cubicBezTo>
                      <a:pt x="202644" y="0"/>
                      <a:pt x="243840" y="7521"/>
                      <a:pt x="273367" y="31194"/>
                    </a:cubicBezTo>
                    <a:cubicBezTo>
                      <a:pt x="302895" y="54808"/>
                      <a:pt x="316269" y="90864"/>
                      <a:pt x="308490" y="125829"/>
                    </a:cubicBezTo>
                    <a:lnTo>
                      <a:pt x="328136" y="125829"/>
                    </a:lnTo>
                    <a:cubicBezTo>
                      <a:pt x="366097" y="125829"/>
                      <a:pt x="396874" y="156785"/>
                      <a:pt x="396874" y="195004"/>
                    </a:cubicBezTo>
                    <a:cubicBezTo>
                      <a:pt x="396874" y="233243"/>
                      <a:pt x="366097" y="264199"/>
                      <a:pt x="328116" y="264199"/>
                    </a:cubicBezTo>
                    <a:lnTo>
                      <a:pt x="92412" y="264199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620375" y="3308349"/>
                <a:ext cx="9525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9219">
                    <a:moveTo>
                      <a:pt x="0" y="0"/>
                    </a:moveTo>
                    <a:lnTo>
                      <a:pt x="0" y="99219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699749" y="3308349"/>
                <a:ext cx="99219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99219">
                    <a:moveTo>
                      <a:pt x="0" y="0"/>
                    </a:moveTo>
                    <a:lnTo>
                      <a:pt x="0" y="79375"/>
                    </a:lnTo>
                    <a:cubicBezTo>
                      <a:pt x="0" y="90334"/>
                      <a:pt x="8884" y="99219"/>
                      <a:pt x="19844" y="99219"/>
                    </a:cubicBezTo>
                    <a:lnTo>
                      <a:pt x="99219" y="99219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441781" y="3308349"/>
                <a:ext cx="99219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99219">
                    <a:moveTo>
                      <a:pt x="99219" y="0"/>
                    </a:moveTo>
                    <a:lnTo>
                      <a:pt x="99219" y="79375"/>
                    </a:lnTo>
                    <a:cubicBezTo>
                      <a:pt x="99219" y="90334"/>
                      <a:pt x="90334" y="99219"/>
                      <a:pt x="79375" y="99219"/>
                    </a:cubicBezTo>
                    <a:lnTo>
                      <a:pt x="0" y="99219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441781" y="4231485"/>
              <a:ext cx="357183" cy="357183"/>
              <a:chOff x="10441781" y="4231485"/>
              <a:chExt cx="357183" cy="35718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441781" y="4231485"/>
                <a:ext cx="357183" cy="357183"/>
              </a:xfrm>
              <a:custGeom>
                <a:avLst/>
                <a:gdLst/>
                <a:ahLst/>
                <a:cxnLst/>
                <a:rect l="l" t="t" r="r" b="b"/>
                <a:pathLst>
                  <a:path w="357183" h="357183">
                    <a:moveTo>
                      <a:pt x="268982" y="16724"/>
                    </a:moveTo>
                    <a:lnTo>
                      <a:pt x="340459" y="88202"/>
                    </a:lnTo>
                    <a:cubicBezTo>
                      <a:pt x="351167" y="98908"/>
                      <a:pt x="357183" y="113431"/>
                      <a:pt x="357183" y="128574"/>
                    </a:cubicBezTo>
                    <a:cubicBezTo>
                      <a:pt x="357183" y="143716"/>
                      <a:pt x="351167" y="158239"/>
                      <a:pt x="340459" y="168946"/>
                    </a:cubicBezTo>
                    <a:lnTo>
                      <a:pt x="288012" y="221393"/>
                    </a:lnTo>
                    <a:cubicBezTo>
                      <a:pt x="277305" y="232101"/>
                      <a:pt x="262782" y="238117"/>
                      <a:pt x="247640" y="238117"/>
                    </a:cubicBezTo>
                    <a:cubicBezTo>
                      <a:pt x="232497" y="238117"/>
                      <a:pt x="217974" y="232101"/>
                      <a:pt x="207268" y="221393"/>
                    </a:cubicBezTo>
                    <a:lnTo>
                      <a:pt x="201295" y="215420"/>
                    </a:lnTo>
                    <a:lnTo>
                      <a:pt x="71160" y="345555"/>
                    </a:lnTo>
                    <a:cubicBezTo>
                      <a:pt x="64566" y="352147"/>
                      <a:pt x="55862" y="356208"/>
                      <a:pt x="46573" y="357024"/>
                    </a:cubicBezTo>
                    <a:lnTo>
                      <a:pt x="43101" y="357183"/>
                    </a:lnTo>
                    <a:lnTo>
                      <a:pt x="19844" y="357183"/>
                    </a:lnTo>
                    <a:cubicBezTo>
                      <a:pt x="9783" y="357182"/>
                      <a:pt x="1316" y="349652"/>
                      <a:pt x="139" y="339661"/>
                    </a:cubicBezTo>
                    <a:lnTo>
                      <a:pt x="0" y="337339"/>
                    </a:lnTo>
                    <a:lnTo>
                      <a:pt x="0" y="314083"/>
                    </a:lnTo>
                    <a:cubicBezTo>
                      <a:pt x="2" y="304765"/>
                      <a:pt x="3283" y="295745"/>
                      <a:pt x="9267" y="288603"/>
                    </a:cubicBezTo>
                    <a:lnTo>
                      <a:pt x="11628" y="286024"/>
                    </a:lnTo>
                    <a:lnTo>
                      <a:pt x="19844" y="277808"/>
                    </a:lnTo>
                    <a:lnTo>
                      <a:pt x="59531" y="277808"/>
                    </a:lnTo>
                    <a:lnTo>
                      <a:pt x="59531" y="238121"/>
                    </a:lnTo>
                    <a:lnTo>
                      <a:pt x="99219" y="238121"/>
                    </a:lnTo>
                    <a:lnTo>
                      <a:pt x="99219" y="198433"/>
                    </a:lnTo>
                    <a:lnTo>
                      <a:pt x="141764" y="155888"/>
                    </a:lnTo>
                    <a:lnTo>
                      <a:pt x="135791" y="149915"/>
                    </a:lnTo>
                    <a:cubicBezTo>
                      <a:pt x="125082" y="139209"/>
                      <a:pt x="119066" y="124686"/>
                      <a:pt x="119066" y="109543"/>
                    </a:cubicBezTo>
                    <a:cubicBezTo>
                      <a:pt x="119066" y="94401"/>
                      <a:pt x="125082" y="79878"/>
                      <a:pt x="135791" y="69171"/>
                    </a:cubicBezTo>
                    <a:lnTo>
                      <a:pt x="188238" y="16724"/>
                    </a:lnTo>
                    <a:cubicBezTo>
                      <a:pt x="198944" y="6016"/>
                      <a:pt x="213467" y="0"/>
                      <a:pt x="228610" y="0"/>
                    </a:cubicBezTo>
                    <a:cubicBezTo>
                      <a:pt x="243752" y="0"/>
                      <a:pt x="258275" y="6016"/>
                      <a:pt x="268982" y="16724"/>
                    </a:cubicBez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79906" y="4350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8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10441781" y="5412581"/>
              <a:ext cx="357187" cy="357187"/>
              <a:chOff x="10441781" y="5412581"/>
              <a:chExt cx="357187" cy="35718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481469" y="5452269"/>
                <a:ext cx="277812" cy="277812"/>
              </a:xfrm>
              <a:custGeom>
                <a:avLst/>
                <a:gdLst/>
                <a:ahLst/>
                <a:cxnLst/>
                <a:rect l="l" t="t" r="r" b="b"/>
                <a:pathLst>
                  <a:path w="277812" h="277812">
                    <a:moveTo>
                      <a:pt x="0" y="19844"/>
                    </a:moveTo>
                    <a:cubicBezTo>
                      <a:pt x="0" y="8884"/>
                      <a:pt x="8884" y="0"/>
                      <a:pt x="19844" y="0"/>
                    </a:cubicBezTo>
                    <a:lnTo>
                      <a:pt x="257968" y="0"/>
                    </a:lnTo>
                    <a:cubicBezTo>
                      <a:pt x="268928" y="0"/>
                      <a:pt x="277812" y="8884"/>
                      <a:pt x="277812" y="19844"/>
                    </a:cubicBezTo>
                    <a:lnTo>
                      <a:pt x="277812" y="257968"/>
                    </a:lnTo>
                    <a:cubicBezTo>
                      <a:pt x="277812" y="268928"/>
                      <a:pt x="268928" y="277812"/>
                      <a:pt x="257968" y="277812"/>
                    </a:cubicBezTo>
                    <a:lnTo>
                      <a:pt x="19844" y="277812"/>
                    </a:lnTo>
                    <a:cubicBezTo>
                      <a:pt x="8884" y="277812"/>
                      <a:pt x="0" y="268928"/>
                      <a:pt x="0" y="257968"/>
                    </a:cubicBezTo>
                    <a:lnTo>
                      <a:pt x="0" y="19844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560843" y="5531643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119062"/>
                    </a:lnTo>
                    <a:lnTo>
                      <a:pt x="0" y="11906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441781" y="555148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441781" y="563086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0687" y="541258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660062" y="541258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59281" y="555148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759281" y="563086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660062" y="573008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80687" y="573008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</p:grpSp>
      </p:grpSp>
      <p:sp>
        <p:nvSpPr>
          <p:cNvPr id="45" name="TextBox 45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DCBF150-7F79-912D-D99F-BD14FA1A29AD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A5598273-34A3-38FA-D543-650E76FE82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3B10FA18-6D62-061D-B87D-9CE0E9D34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AD69733C-CA14-2C0C-4F43-686B4065DBE7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5B4BE7AA-81C9-A201-7DDA-68E10E25EF64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940263ED-22EF-6646-2DC7-2663F9A032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153697CB-6FC2-F22F-3FD0-E48AA4091B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9EB9EF8C-4AEF-3E5D-536F-B185A36EE9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F0D30580-5321-7F04-FDAF-ADCD2B5AA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29ABE46B-C9C2-2D90-8A26-81855B6A5B0B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6779D44B-2EC8-1020-E05D-3C0AAFD3EE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FEB65140-C740-C11C-0924-7CAA484D97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922D02CD-DC66-37B6-9F27-008C0A6C8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58D4F25F-1A0A-B65B-2E15-4334C4FBDFB1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7D198C85-850E-3E6A-17F6-D2A3136EB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B282B136-47D5-6754-CBB5-2ECCC8F3C6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4CCA3E91-AC52-301F-9ED9-979879C89ABC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C86F2CB7-B1FF-8299-CC59-5AA3D31D29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EC46B203-EA2E-302D-6D36-4DB22D7BAC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441008"/>
            <a:ext cx="11141202" cy="616077"/>
            <a:chOff x="517398" y="441008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441008"/>
              <a:ext cx="37721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01 本节课主要内容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009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FDCE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1352550"/>
            <a:ext cx="5334000" cy="2209800"/>
            <a:chOff x="533400" y="1352550"/>
            <a:chExt cx="533400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5334000" cy="22098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57250" y="1695450"/>
              <a:ext cx="342900" cy="304800"/>
              <a:chOff x="857250" y="1695450"/>
              <a:chExt cx="342900" cy="304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7250" y="16954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57250" y="184785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3450" y="177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33450" y="192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180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连接实验资源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9606" y="22250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判断当前网络能否访问实验室服务器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2625090"/>
              <a:ext cx="35173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使用SSH和VS Code Remote SSH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7256" y="2967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进入个人目录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24600" y="1352550"/>
            <a:ext cx="5334000" cy="2209800"/>
            <a:chOff x="6324600" y="1352550"/>
            <a:chExt cx="5334000" cy="22098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352550"/>
              <a:ext cx="5334000" cy="2209800"/>
            </a:xfrm>
            <a:prstGeom prst="roundRect">
              <a:avLst>
                <a:gd name="adj" fmla="val 3448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640087" y="1668037"/>
              <a:ext cx="359626" cy="359626"/>
              <a:chOff x="6640087" y="1668037"/>
              <a:chExt cx="359626" cy="3596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640087" y="1668037"/>
                <a:ext cx="359626" cy="359626"/>
              </a:xfrm>
              <a:custGeom>
                <a:avLst/>
                <a:gdLst/>
                <a:ahLst/>
                <a:cxnLst/>
                <a:rect l="l" t="t" r="r" b="b"/>
                <a:pathLst>
                  <a:path w="359626" h="359626">
                    <a:moveTo>
                      <a:pt x="147904" y="33452"/>
                    </a:moveTo>
                    <a:cubicBezTo>
                      <a:pt x="156019" y="0"/>
                      <a:pt x="203606" y="0"/>
                      <a:pt x="211722" y="33452"/>
                    </a:cubicBezTo>
                    <a:cubicBezTo>
                      <a:pt x="214191" y="43645"/>
                      <a:pt x="221381" y="52045"/>
                      <a:pt x="231070" y="56059"/>
                    </a:cubicBezTo>
                    <a:cubicBezTo>
                      <a:pt x="240759" y="60074"/>
                      <a:pt x="251783" y="59219"/>
                      <a:pt x="260737" y="53759"/>
                    </a:cubicBezTo>
                    <a:cubicBezTo>
                      <a:pt x="290132" y="35852"/>
                      <a:pt x="323793" y="69494"/>
                      <a:pt x="305886" y="98908"/>
                    </a:cubicBezTo>
                    <a:cubicBezTo>
                      <a:pt x="300434" y="107858"/>
                      <a:pt x="299581" y="118874"/>
                      <a:pt x="303591" y="128557"/>
                    </a:cubicBezTo>
                    <a:cubicBezTo>
                      <a:pt x="307600" y="138240"/>
                      <a:pt x="315991" y="145428"/>
                      <a:pt x="326174" y="147904"/>
                    </a:cubicBezTo>
                    <a:cubicBezTo>
                      <a:pt x="359626" y="156019"/>
                      <a:pt x="359626" y="203606"/>
                      <a:pt x="326174" y="211722"/>
                    </a:cubicBezTo>
                    <a:cubicBezTo>
                      <a:pt x="315981" y="214191"/>
                      <a:pt x="307581" y="221381"/>
                      <a:pt x="303567" y="231070"/>
                    </a:cubicBezTo>
                    <a:cubicBezTo>
                      <a:pt x="299552" y="240759"/>
                      <a:pt x="300407" y="251783"/>
                      <a:pt x="305867" y="260737"/>
                    </a:cubicBezTo>
                    <a:cubicBezTo>
                      <a:pt x="323774" y="290131"/>
                      <a:pt x="290132" y="323793"/>
                      <a:pt x="260718" y="305886"/>
                    </a:cubicBezTo>
                    <a:cubicBezTo>
                      <a:pt x="251768" y="300434"/>
                      <a:pt x="240752" y="299581"/>
                      <a:pt x="231069" y="303591"/>
                    </a:cubicBezTo>
                    <a:cubicBezTo>
                      <a:pt x="221386" y="307600"/>
                      <a:pt x="214198" y="315991"/>
                      <a:pt x="211722" y="326174"/>
                    </a:cubicBezTo>
                    <a:cubicBezTo>
                      <a:pt x="203606" y="359626"/>
                      <a:pt x="156019" y="359626"/>
                      <a:pt x="147904" y="326174"/>
                    </a:cubicBezTo>
                    <a:cubicBezTo>
                      <a:pt x="145435" y="315981"/>
                      <a:pt x="138245" y="307581"/>
                      <a:pt x="128556" y="303567"/>
                    </a:cubicBezTo>
                    <a:cubicBezTo>
                      <a:pt x="118867" y="299552"/>
                      <a:pt x="107843" y="300407"/>
                      <a:pt x="98889" y="305867"/>
                    </a:cubicBezTo>
                    <a:cubicBezTo>
                      <a:pt x="69494" y="323774"/>
                      <a:pt x="35833" y="290131"/>
                      <a:pt x="53740" y="260718"/>
                    </a:cubicBezTo>
                    <a:cubicBezTo>
                      <a:pt x="59192" y="251768"/>
                      <a:pt x="60045" y="240752"/>
                      <a:pt x="56035" y="231069"/>
                    </a:cubicBezTo>
                    <a:cubicBezTo>
                      <a:pt x="52026" y="221386"/>
                      <a:pt x="43635" y="214198"/>
                      <a:pt x="33452" y="211722"/>
                    </a:cubicBezTo>
                    <a:cubicBezTo>
                      <a:pt x="0" y="203606"/>
                      <a:pt x="0" y="156019"/>
                      <a:pt x="33452" y="147904"/>
                    </a:cubicBezTo>
                    <a:cubicBezTo>
                      <a:pt x="43645" y="145435"/>
                      <a:pt x="52045" y="138245"/>
                      <a:pt x="56059" y="128556"/>
                    </a:cubicBezTo>
                    <a:cubicBezTo>
                      <a:pt x="60074" y="118867"/>
                      <a:pt x="59219" y="107843"/>
                      <a:pt x="53759" y="98889"/>
                    </a:cubicBezTo>
                    <a:cubicBezTo>
                      <a:pt x="35852" y="69494"/>
                      <a:pt x="69494" y="35833"/>
                      <a:pt x="98908" y="53740"/>
                    </a:cubicBezTo>
                    <a:cubicBezTo>
                      <a:pt x="117958" y="65322"/>
                      <a:pt x="142646" y="55074"/>
                      <a:pt x="147904" y="33452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62750" y="1790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2092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建立个人环境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10806" y="2225040"/>
              <a:ext cx="16398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安装Miniconda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10806" y="2625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配置国内镜像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10806" y="3025140"/>
              <a:ext cx="22930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创建独立Python环境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3886200"/>
            <a:ext cx="5334000" cy="2209800"/>
            <a:chOff x="533400" y="3886200"/>
            <a:chExt cx="5334000" cy="2209800"/>
          </a:xfrm>
        </p:grpSpPr>
        <p:sp>
          <p:nvSpPr>
            <p:cNvPr id="25" name="Rectangle 25"/>
            <p:cNvSpPr/>
            <p:nvPr/>
          </p:nvSpPr>
          <p:spPr>
            <a:xfrm>
              <a:off x="533400" y="3886200"/>
              <a:ext cx="5334000" cy="2209800"/>
            </a:xfrm>
            <a:prstGeom prst="roundRect">
              <a:avLst>
                <a:gd name="adj" fmla="val 3448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76300" y="4210050"/>
              <a:ext cx="304800" cy="342900"/>
              <a:chOff x="876300" y="4210050"/>
              <a:chExt cx="304800" cy="3429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76300" y="42100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6300" y="42672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6300" y="43815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18082" y="42500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认识实验室资源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19606" y="4758690"/>
              <a:ext cx="840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800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AutoDL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9606" y="5158740"/>
              <a:ext cx="1720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NAS共享文件夹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9606" y="5558790"/>
              <a:ext cx="1427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智能体Token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24600" y="3886200"/>
            <a:ext cx="5334000" cy="2209800"/>
            <a:chOff x="6324600" y="3886200"/>
            <a:chExt cx="5334000" cy="2209800"/>
          </a:xfrm>
        </p:grpSpPr>
        <p:sp>
          <p:nvSpPr>
            <p:cNvPr id="35" name="Rectangle 35"/>
            <p:cNvSpPr/>
            <p:nvPr/>
          </p:nvSpPr>
          <p:spPr>
            <a:xfrm>
              <a:off x="6324600" y="3886200"/>
              <a:ext cx="5334000" cy="22098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48450" y="4210050"/>
              <a:ext cx="342900" cy="342900"/>
              <a:chOff x="6648450" y="4210050"/>
              <a:chExt cx="342900" cy="3429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86550" y="4248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247650" y="0"/>
                    </a:lnTo>
                    <a:cubicBezTo>
                      <a:pt x="258171" y="0"/>
                      <a:pt x="266700" y="8529"/>
                      <a:pt x="266700" y="19050"/>
                    </a:cubicBezTo>
                    <a:lnTo>
                      <a:pt x="266700" y="247650"/>
                    </a:lnTo>
                    <a:cubicBezTo>
                      <a:pt x="266700" y="258171"/>
                      <a:pt x="258171" y="266700"/>
                      <a:pt x="247650" y="266700"/>
                    </a:cubicBezTo>
                    <a:lnTo>
                      <a:pt x="19050" y="266700"/>
                    </a:lnTo>
                    <a:cubicBezTo>
                      <a:pt x="8529" y="266700"/>
                      <a:pt x="0" y="258171"/>
                      <a:pt x="0" y="2476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62750" y="43243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48450" y="4343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48450" y="44196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81800" y="42100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58000" y="42100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53250" y="4343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53250" y="44196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58000" y="45148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81800" y="45148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381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F6B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209282" y="4250055"/>
              <a:ext cx="24206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完成一次GPU运行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0806" y="4758690"/>
              <a:ext cx="2278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检查PyTorch与CUDA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10806" y="5158740"/>
              <a:ext cx="2356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跑通轻量SASRec示例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10806" y="55587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保存命令、日志和输出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B4332F6-7FBD-1130-5328-BD58FB2236AB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C9D084A8-4C11-62D4-C225-AD91A76C5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F1C92F3E-637D-093F-6AA1-294D919445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62C772FB-E117-BD59-5BA1-293B77E8A139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3E022E1A-8F8E-DD97-E2C8-46D24734FA58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88846B7-2F2C-0235-572F-6EA0907357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E68E48D3-29ED-E7AD-120C-72E41B748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B7B3973E-A359-3114-C264-C394D66D0C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ACAB25AB-8036-CF5C-1B24-AF2F52ABB9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C16B2CE6-79EC-B7F4-2BB9-C80CFCCB83F4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6CF25D38-AEED-D7B6-DB5E-4A0B588E2F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354B5D88-791B-2EB3-3B0D-EBFA602A7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1A598ECB-913B-7F49-F03C-9700C2C2CC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96F0F350-727E-055B-4216-ADF99CBF605E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13C528A5-82A6-2EBD-862D-27CD655DB7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4673E9CA-5DEB-7442-A46D-88DEFB3A0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41091EAC-4360-A706-BEB2-E6A37C9A2C5F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Freeform 21">
              <a:extLst>
                <a:ext uri="{FF2B5EF4-FFF2-40B4-BE49-F238E27FC236}">
                  <a16:creationId xmlns:a16="http://schemas.microsoft.com/office/drawing/2014/main" id="{D6D2445E-6686-BD8E-B00E-C01C1B3DC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A794AB86-6F99-34A2-EBA1-CC1AB396EE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32689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三种实验环境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4256" y="96774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46F"/>
                </a:solidFill>
                <a:latin typeface="Arial"/>
                <a:ea typeface="Microsoft YaHei"/>
                <a:cs typeface="Arial"/>
              </a:rPr>
              <a:t>根据当前网络和算力条件选择路线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33400" y="1562100"/>
            <a:ext cx="3429000" cy="3429000"/>
            <a:chOff x="533400" y="1562100"/>
            <a:chExt cx="3429000" cy="3429000"/>
          </a:xfrm>
        </p:grpSpPr>
        <p:sp>
          <p:nvSpPr>
            <p:cNvPr id="4" name="Rectangle 4"/>
            <p:cNvSpPr/>
            <p:nvPr/>
          </p:nvSpPr>
          <p:spPr>
            <a:xfrm>
              <a:off x="533400" y="15621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1050" y="166116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2F80ED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3278981" y="1870075"/>
              <a:ext cx="357187" cy="327024"/>
              <a:chOff x="3278981" y="1870075"/>
              <a:chExt cx="357187" cy="32702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278981" y="1870075"/>
                <a:ext cx="357187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238125">
                    <a:moveTo>
                      <a:pt x="0" y="19844"/>
                    </a:moveTo>
                    <a:cubicBezTo>
                      <a:pt x="0" y="8884"/>
                      <a:pt x="8884" y="0"/>
                      <a:pt x="19844" y="0"/>
                    </a:cubicBezTo>
                    <a:lnTo>
                      <a:pt x="337343" y="0"/>
                    </a:lnTo>
                    <a:cubicBezTo>
                      <a:pt x="348303" y="0"/>
                      <a:pt x="357187" y="8884"/>
                      <a:pt x="357187" y="19844"/>
                    </a:cubicBezTo>
                    <a:lnTo>
                      <a:pt x="357187" y="218281"/>
                    </a:lnTo>
                    <a:cubicBezTo>
                      <a:pt x="357187" y="229240"/>
                      <a:pt x="348303" y="238125"/>
                      <a:pt x="337343" y="238125"/>
                    </a:cubicBezTo>
                    <a:lnTo>
                      <a:pt x="19844" y="238125"/>
                    </a:lnTo>
                    <a:cubicBezTo>
                      <a:pt x="8884" y="238125"/>
                      <a:pt x="0" y="229240"/>
                      <a:pt x="0" y="218281"/>
                    </a:cubicBezTo>
                    <a:lnTo>
                      <a:pt x="0" y="19844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358356" y="2187574"/>
                <a:ext cx="1984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8437" h="9525">
                    <a:moveTo>
                      <a:pt x="0" y="0"/>
                    </a:moveTo>
                    <a:lnTo>
                      <a:pt x="198437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3398043" y="2108199"/>
                <a:ext cx="95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9375">
                    <a:moveTo>
                      <a:pt x="0" y="0"/>
                    </a:move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517106" y="2108199"/>
                <a:ext cx="95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9375">
                    <a:moveTo>
                      <a:pt x="0" y="0"/>
                    </a:moveTo>
                    <a:lnTo>
                      <a:pt x="0" y="79375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789432" y="2364105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本地环境</a:t>
              </a:r>
              <a:endParaRPr lang="zh-CN" sz="2100" b="1" dirty="0">
                <a:solidFill>
                  <a:srgbClr val="1F4B5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3991" y="29594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适合学习代码和调试小程序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3991" y="3530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暂时无法访问校园内网时使用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3991" y="4102418"/>
              <a:ext cx="2536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没有GPU也可正常学习PyTorch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81500" y="1562100"/>
            <a:ext cx="3429000" cy="3429000"/>
            <a:chOff x="4381500" y="1562100"/>
            <a:chExt cx="3429000" cy="3429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5621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29150" y="166116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127081" y="1870075"/>
              <a:ext cx="357187" cy="317500"/>
              <a:chOff x="7127081" y="1870075"/>
              <a:chExt cx="357187" cy="317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127081" y="1870075"/>
                <a:ext cx="35718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158750">
                    <a:moveTo>
                      <a:pt x="0" y="59531"/>
                    </a:moveTo>
                    <a:cubicBezTo>
                      <a:pt x="0" y="26653"/>
                      <a:pt x="26653" y="0"/>
                      <a:pt x="59531" y="0"/>
                    </a:cubicBezTo>
                    <a:lnTo>
                      <a:pt x="297656" y="0"/>
                    </a:lnTo>
                    <a:cubicBezTo>
                      <a:pt x="330534" y="0"/>
                      <a:pt x="357187" y="26653"/>
                      <a:pt x="357187" y="59531"/>
                    </a:cubicBezTo>
                    <a:lnTo>
                      <a:pt x="357187" y="99219"/>
                    </a:lnTo>
                    <a:cubicBezTo>
                      <a:pt x="357187" y="132097"/>
                      <a:pt x="330534" y="158750"/>
                      <a:pt x="297656" y="158750"/>
                    </a:cubicBezTo>
                    <a:lnTo>
                      <a:pt x="59531" y="158750"/>
                    </a:lnTo>
                    <a:cubicBezTo>
                      <a:pt x="26653" y="158750"/>
                      <a:pt x="0" y="132097"/>
                      <a:pt x="0" y="99219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27081" y="2028825"/>
                <a:ext cx="357187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158750">
                    <a:moveTo>
                      <a:pt x="0" y="59531"/>
                    </a:moveTo>
                    <a:cubicBezTo>
                      <a:pt x="0" y="26653"/>
                      <a:pt x="26653" y="0"/>
                      <a:pt x="59531" y="0"/>
                    </a:cubicBezTo>
                    <a:lnTo>
                      <a:pt x="297656" y="0"/>
                    </a:lnTo>
                    <a:cubicBezTo>
                      <a:pt x="330534" y="0"/>
                      <a:pt x="357187" y="26653"/>
                      <a:pt x="357187" y="59531"/>
                    </a:cubicBezTo>
                    <a:lnTo>
                      <a:pt x="357187" y="99219"/>
                    </a:lnTo>
                    <a:cubicBezTo>
                      <a:pt x="357187" y="132097"/>
                      <a:pt x="330534" y="158750"/>
                      <a:pt x="297656" y="158750"/>
                    </a:cubicBezTo>
                    <a:lnTo>
                      <a:pt x="59531" y="158750"/>
                    </a:lnTo>
                    <a:cubicBezTo>
                      <a:pt x="26653" y="158750"/>
                      <a:pt x="0" y="132097"/>
                      <a:pt x="0" y="99219"/>
                    </a:cubicBezTo>
                    <a:lnTo>
                      <a:pt x="0" y="59531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06456" y="1949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06456" y="21081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637532" y="23641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实验室服务器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8492" y="2959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本课统一演示环境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98492" y="3473768"/>
              <a:ext cx="1482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适合日常GPU实验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0976" y="3740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和代码复现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98492" y="4235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使用自己的账号、目录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90976" y="4502468"/>
              <a:ext cx="1070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和Conda环境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0" y="1562100"/>
            <a:ext cx="3429000" cy="3429000"/>
            <a:chOff x="8229600" y="1562100"/>
            <a:chExt cx="3429000" cy="3429000"/>
          </a:xfrm>
        </p:grpSpPr>
        <p:sp>
          <p:nvSpPr>
            <p:cNvPr id="30" name="Rectangle 30"/>
            <p:cNvSpPr/>
            <p:nvPr/>
          </p:nvSpPr>
          <p:spPr>
            <a:xfrm>
              <a:off x="8229600" y="15621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77250" y="166116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E59B35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0955337" y="1844080"/>
              <a:ext cx="396874" cy="363338"/>
              <a:chOff x="10955337" y="1844080"/>
              <a:chExt cx="396874" cy="36333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955337" y="1844080"/>
                <a:ext cx="396874" cy="264199"/>
              </a:xfrm>
              <a:custGeom>
                <a:avLst/>
                <a:gdLst/>
                <a:ahLst/>
                <a:cxnLst/>
                <a:rect l="l" t="t" r="r" b="b"/>
                <a:pathLst>
                  <a:path w="396874" h="264199">
                    <a:moveTo>
                      <a:pt x="92412" y="264120"/>
                    </a:moveTo>
                    <a:cubicBezTo>
                      <a:pt x="41374" y="264120"/>
                      <a:pt x="0" y="224294"/>
                      <a:pt x="0" y="175161"/>
                    </a:cubicBezTo>
                    <a:cubicBezTo>
                      <a:pt x="0" y="126047"/>
                      <a:pt x="41374" y="86221"/>
                      <a:pt x="92412" y="86221"/>
                    </a:cubicBezTo>
                    <a:cubicBezTo>
                      <a:pt x="100211" y="51256"/>
                      <a:pt x="128012" y="22721"/>
                      <a:pt x="165338" y="11351"/>
                    </a:cubicBezTo>
                    <a:cubicBezTo>
                      <a:pt x="202644" y="0"/>
                      <a:pt x="243840" y="7521"/>
                      <a:pt x="273367" y="31194"/>
                    </a:cubicBezTo>
                    <a:cubicBezTo>
                      <a:pt x="302895" y="54808"/>
                      <a:pt x="316269" y="90864"/>
                      <a:pt x="308490" y="125829"/>
                    </a:cubicBezTo>
                    <a:lnTo>
                      <a:pt x="328136" y="125829"/>
                    </a:lnTo>
                    <a:cubicBezTo>
                      <a:pt x="366097" y="125829"/>
                      <a:pt x="396874" y="156785"/>
                      <a:pt x="396874" y="195004"/>
                    </a:cubicBezTo>
                    <a:cubicBezTo>
                      <a:pt x="396874" y="233243"/>
                      <a:pt x="366097" y="264199"/>
                      <a:pt x="328116" y="264199"/>
                    </a:cubicBezTo>
                    <a:lnTo>
                      <a:pt x="92412" y="264199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153775" y="2108199"/>
                <a:ext cx="9525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9219">
                    <a:moveTo>
                      <a:pt x="0" y="0"/>
                    </a:moveTo>
                    <a:lnTo>
                      <a:pt x="0" y="99219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233149" y="2108199"/>
                <a:ext cx="99219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99219">
                    <a:moveTo>
                      <a:pt x="0" y="0"/>
                    </a:moveTo>
                    <a:lnTo>
                      <a:pt x="0" y="79375"/>
                    </a:lnTo>
                    <a:cubicBezTo>
                      <a:pt x="0" y="90334"/>
                      <a:pt x="8884" y="99219"/>
                      <a:pt x="19844" y="99219"/>
                    </a:cubicBezTo>
                    <a:lnTo>
                      <a:pt x="99219" y="99219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75181" y="2108199"/>
                <a:ext cx="99219" cy="99219"/>
              </a:xfrm>
              <a:custGeom>
                <a:avLst/>
                <a:gdLst/>
                <a:ahLst/>
                <a:cxnLst/>
                <a:rect l="l" t="t" r="r" b="b"/>
                <a:pathLst>
                  <a:path w="99219" h="99219">
                    <a:moveTo>
                      <a:pt x="99219" y="0"/>
                    </a:moveTo>
                    <a:lnTo>
                      <a:pt x="99219" y="79375"/>
                    </a:lnTo>
                    <a:cubicBezTo>
                      <a:pt x="99219" y="90334"/>
                      <a:pt x="90334" y="99219"/>
                      <a:pt x="79375" y="99219"/>
                    </a:cubicBezTo>
                    <a:lnTo>
                      <a:pt x="0" y="99219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485632" y="2364105"/>
              <a:ext cx="10286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AutoDL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46592" y="2921318"/>
              <a:ext cx="1866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实验室GPU不足或需要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12312" y="3188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独立环境时使用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46592" y="37214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直接选择官方完整镜像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46592" y="4292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按需租卡、按时关机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5314950"/>
            <a:ext cx="11125200" cy="914400"/>
            <a:chOff x="533400" y="5314950"/>
            <a:chExt cx="11125200" cy="914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314950"/>
              <a:ext cx="11125200" cy="914400"/>
            </a:xfrm>
            <a:prstGeom prst="roundRect">
              <a:avLst>
                <a:gd name="adj" fmla="val 8333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0956" y="5501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共同原则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74392" y="570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代码尽量保持一致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12842" y="5702618"/>
              <a:ext cx="1991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根据设备选择CPU或GPU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0842" y="5702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环境、命令和结果都要记录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5AACD8F-1499-4AE3-75A5-10470F3D7F89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7AD9BAC7-4400-DC22-1A2A-E0A940937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6">
              <a:extLst>
                <a:ext uri="{FF2B5EF4-FFF2-40B4-BE49-F238E27FC236}">
                  <a16:creationId xmlns:a16="http://schemas.microsoft.com/office/drawing/2014/main" id="{D79D2F7D-D69A-A3EE-0A4A-D9E580C5BB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2D977963-9132-F652-46BD-EBA646898515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11A5CB3E-2094-B8A9-6E15-A7EC15AF80C9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9">
              <a:extLst>
                <a:ext uri="{FF2B5EF4-FFF2-40B4-BE49-F238E27FC236}">
                  <a16:creationId xmlns:a16="http://schemas.microsoft.com/office/drawing/2014/main" id="{09CCAA1B-CC8B-509A-5D2A-42E872605E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0F353DC1-E996-FB5D-EA48-7D3C8764B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id="{A177AA5A-6A4F-8F71-26F5-A9852B7545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226D3272-58FB-2247-BEC4-1800C2AE7C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1A31666A-8E12-67BC-1711-1D1F88C5EC64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06F8B66F-3AFB-D387-D39C-A96176F36E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5A8255D2-A239-E9D0-1688-F9F42FB855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E2F7D1DA-3B8F-E64A-5656-0F0B481FE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740384B8-53FB-4913-FE99-CAD9D89D5406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A74F0678-C63A-C104-0E75-6D14AC873C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C4A051B9-DC47-B40D-90DB-9FAA972FCE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7E2A3891-A641-97EE-DAC6-6DAF534235CD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4187ECA2-4E95-77A8-DE13-23AEF639C9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EA162CB7-6450-EE26-5191-F986554D3C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66266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软件与文件如何分工</a:t>
            </a:r>
          </a:p>
        </p:txBody>
      </p:sp>
      <p:sp>
        <p:nvSpPr>
          <p:cNvPr id="3" name="Line 3"/>
          <p:cNvSpPr/>
          <p:nvPr/>
        </p:nvSpPr>
        <p:spPr>
          <a:xfrm>
            <a:off x="5905500" y="1352550"/>
            <a:ext cx="9525" cy="4743450"/>
          </a:xfrm>
          <a:custGeom>
            <a:avLst/>
            <a:gdLst/>
            <a:ahLst/>
            <a:cxnLst/>
            <a:rect l="l" t="t" r="r" b="b"/>
            <a:pathLst>
              <a:path w="9525" h="4743450">
                <a:moveTo>
                  <a:pt x="0" y="0"/>
                </a:moveTo>
                <a:lnTo>
                  <a:pt x="0" y="4743450"/>
                </a:lnTo>
              </a:path>
            </a:pathLst>
          </a:custGeom>
          <a:noFill/>
          <a:ln w="19050">
            <a:solidFill>
              <a:srgbClr val="CFDCE2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524256" y="1215390"/>
            <a:ext cx="4414745" cy="4332161"/>
            <a:chOff x="524256" y="1215390"/>
            <a:chExt cx="4414745" cy="4332161"/>
          </a:xfrm>
        </p:grpSpPr>
        <p:sp>
          <p:nvSpPr>
            <p:cNvPr id="4" name="TextBox 4"/>
            <p:cNvSpPr txBox="1"/>
            <p:nvPr/>
          </p:nvSpPr>
          <p:spPr>
            <a:xfrm>
              <a:off x="524256" y="12153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80ED"/>
                  </a:solidFill>
                  <a:latin typeface="Arial"/>
                  <a:ea typeface="Microsoft YaHei"/>
                  <a:cs typeface="Arial"/>
                </a:rPr>
                <a:t>连接与代码工具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583406" y="1838325"/>
              <a:ext cx="300038" cy="266700"/>
              <a:chOff x="583406" y="1838325"/>
              <a:chExt cx="300038" cy="2667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66750" y="1921669"/>
                <a:ext cx="5000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100012">
                    <a:moveTo>
                      <a:pt x="0" y="0"/>
                    </a:moveTo>
                    <a:lnTo>
                      <a:pt x="50006" y="50006"/>
                    </a:ln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50094" y="2021681"/>
                <a:ext cx="500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9525">
                    <a:moveTo>
                      <a:pt x="0" y="0"/>
                    </a:moveTo>
                    <a:lnTo>
                      <a:pt x="50006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83406" y="1838325"/>
                <a:ext cx="300038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67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66700" y="0"/>
                    </a:lnTo>
                    <a:cubicBezTo>
                      <a:pt x="285112" y="0"/>
                      <a:pt x="300038" y="14926"/>
                      <a:pt x="300038" y="33338"/>
                    </a:cubicBezTo>
                    <a:lnTo>
                      <a:pt x="300038" y="233362"/>
                    </a:lnTo>
                    <a:cubicBezTo>
                      <a:pt x="300038" y="251774"/>
                      <a:pt x="285112" y="266700"/>
                      <a:pt x="266700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33856" y="1844040"/>
              <a:ext cx="38051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en-US" sz="1800" b="1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Windows Terminal / PowerShell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2254568"/>
              <a:ext cx="263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测试网络；使用SSH连接服务器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83406" y="2831306"/>
              <a:ext cx="283369" cy="300038"/>
              <a:chOff x="583406" y="2831306"/>
              <a:chExt cx="283369" cy="30003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00100" y="2831306"/>
                <a:ext cx="666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66675" y="258366"/>
                    </a:lnTo>
                    <a:lnTo>
                      <a:pt x="66675" y="416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83406" y="2831306"/>
                <a:ext cx="216694" cy="241697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1697">
                    <a:moveTo>
                      <a:pt x="102763" y="181739"/>
                    </a:moveTo>
                    <a:lnTo>
                      <a:pt x="33338" y="241697"/>
                    </a:lnTo>
                    <a:lnTo>
                      <a:pt x="0" y="225028"/>
                    </a:lnTo>
                    <a:lnTo>
                      <a:pt x="72226" y="150019"/>
                    </a:lnTo>
                    <a:moveTo>
                      <a:pt x="101146" y="119982"/>
                    </a:moveTo>
                    <a:lnTo>
                      <a:pt x="216694" y="0"/>
                    </a:lnTo>
                    <a:lnTo>
                      <a:pt x="216694" y="83344"/>
                    </a:lnTo>
                    <a:lnTo>
                      <a:pt x="136767" y="152369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83406" y="2889647"/>
                <a:ext cx="216694" cy="241697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1697">
                    <a:moveTo>
                      <a:pt x="216694" y="166688"/>
                    </a:moveTo>
                    <a:lnTo>
                      <a:pt x="33338" y="0"/>
                    </a:lnTo>
                    <a:lnTo>
                      <a:pt x="0" y="16669"/>
                    </a:lnTo>
                    <a:lnTo>
                      <a:pt x="216694" y="241697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33856" y="2853690"/>
              <a:ext cx="2460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en-US" sz="1800" b="1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VS Code Remote SSH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142" y="32642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浏览远程目录；编辑和运行服务器代码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83406" y="3857625"/>
              <a:ext cx="300038" cy="250031"/>
            </a:xfrm>
            <a:custGeom>
              <a:avLst/>
              <a:gdLst/>
              <a:ahLst/>
              <a:cxnLst/>
              <a:rect l="l" t="t" r="r" b="b"/>
              <a:pathLst>
                <a:path w="300038" h="250031">
                  <a:moveTo>
                    <a:pt x="33338" y="0"/>
                  </a:moveTo>
                  <a:lnTo>
                    <a:pt x="100012" y="0"/>
                  </a:lnTo>
                  <a:lnTo>
                    <a:pt x="150019" y="50006"/>
                  </a:lnTo>
                  <a:lnTo>
                    <a:pt x="266700" y="50006"/>
                  </a:lnTo>
                  <a:cubicBezTo>
                    <a:pt x="285112" y="50006"/>
                    <a:pt x="300038" y="64932"/>
                    <a:pt x="300038" y="83344"/>
                  </a:cubicBezTo>
                  <a:lnTo>
                    <a:pt x="300038" y="216694"/>
                  </a:lnTo>
                  <a:cubicBezTo>
                    <a:pt x="300038" y="235106"/>
                    <a:pt x="285112" y="250031"/>
                    <a:pt x="266700" y="250031"/>
                  </a:cubicBezTo>
                  <a:lnTo>
                    <a:pt x="33338" y="250031"/>
                  </a:lnTo>
                  <a:cubicBezTo>
                    <a:pt x="14926" y="250031"/>
                    <a:pt x="0" y="235106"/>
                    <a:pt x="0" y="216694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</a:path>
              </a:pathLst>
            </a:custGeom>
            <a:noFill/>
            <a:ln w="19050">
              <a:solidFill>
                <a:srgbClr val="2F80E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3856" y="3863340"/>
              <a:ext cx="876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en-US" sz="1800" b="1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WinSCP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142" y="42738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上传、下载少量临时文件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63411" y="4830611"/>
              <a:ext cx="340028" cy="340028"/>
              <a:chOff x="563411" y="4830611"/>
              <a:chExt cx="340028" cy="34002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3431" y="49839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16756" y="491728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16756" y="505063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3425" y="4950619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1000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50094" y="4950619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5086" y="4885611"/>
                <a:ext cx="31671" cy="31671"/>
              </a:xfrm>
              <a:custGeom>
                <a:avLst/>
                <a:gdLst/>
                <a:ahLst/>
                <a:cxnLst/>
                <a:rect l="l" t="t" r="r" b="b"/>
                <a:pathLst>
                  <a:path w="31671" h="31671">
                    <a:moveTo>
                      <a:pt x="31671" y="3167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63411" y="4830611"/>
                <a:ext cx="340028" cy="340028"/>
              </a:xfrm>
              <a:custGeom>
                <a:avLst/>
                <a:gdLst/>
                <a:ahLst/>
                <a:cxnLst/>
                <a:rect l="l" t="t" r="r" b="b"/>
                <a:pathLst>
                  <a:path w="340028" h="340028">
                    <a:moveTo>
                      <a:pt x="194117" y="13328"/>
                    </a:moveTo>
                    <a:lnTo>
                      <a:pt x="326717" y="145911"/>
                    </a:lnTo>
                    <a:cubicBezTo>
                      <a:pt x="340028" y="159223"/>
                      <a:pt x="340028" y="180805"/>
                      <a:pt x="326717" y="194117"/>
                    </a:cubicBezTo>
                    <a:lnTo>
                      <a:pt x="194117" y="326717"/>
                    </a:lnTo>
                    <a:cubicBezTo>
                      <a:pt x="180805" y="340028"/>
                      <a:pt x="159223" y="340028"/>
                      <a:pt x="145911" y="326717"/>
                    </a:cubicBezTo>
                    <a:lnTo>
                      <a:pt x="13311" y="194117"/>
                    </a:lnTo>
                    <a:cubicBezTo>
                      <a:pt x="0" y="180805"/>
                      <a:pt x="0" y="159223"/>
                      <a:pt x="13311" y="145911"/>
                    </a:cubicBezTo>
                    <a:lnTo>
                      <a:pt x="145911" y="13311"/>
                    </a:lnTo>
                    <a:cubicBezTo>
                      <a:pt x="159223" y="0"/>
                      <a:pt x="180805" y="0"/>
                      <a:pt x="194117" y="13311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133856" y="4872990"/>
              <a:ext cx="381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en-US" sz="1800" b="1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Git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142" y="5283518"/>
              <a:ext cx="2606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管理代码、配置文件和README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29756" y="1215390"/>
            <a:ext cx="5228844" cy="4632960"/>
            <a:chOff x="6429756" y="1215390"/>
            <a:chExt cx="5228844" cy="4632960"/>
          </a:xfrm>
        </p:grpSpPr>
        <p:sp>
          <p:nvSpPr>
            <p:cNvPr id="31" name="TextBox 31"/>
            <p:cNvSpPr txBox="1"/>
            <p:nvPr/>
          </p:nvSpPr>
          <p:spPr>
            <a:xfrm>
              <a:off x="6429756" y="12153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环境、共享与边界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38900" y="1714500"/>
              <a:ext cx="5219700" cy="1104900"/>
            </a:xfrm>
            <a:prstGeom prst="roundRect">
              <a:avLst>
                <a:gd name="adj" fmla="val 6897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734175" y="2088356"/>
              <a:ext cx="266700" cy="300038"/>
              <a:chOff x="6734175" y="2088356"/>
              <a:chExt cx="266700" cy="3000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734175" y="208835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34175" y="213836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34175" y="223837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267956" y="1882140"/>
              <a:ext cx="461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en-US" sz="1800" b="1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NAS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70242" y="2292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保存和共享数据、模型与长期材料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38900" y="3009900"/>
              <a:ext cx="5219700" cy="13716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710189" y="3433589"/>
              <a:ext cx="314673" cy="314673"/>
              <a:chOff x="6710189" y="3433589"/>
              <a:chExt cx="314673" cy="31467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710189" y="3433589"/>
                <a:ext cx="314673" cy="314673"/>
              </a:xfrm>
              <a:custGeom>
                <a:avLst/>
                <a:gdLst/>
                <a:ahLst/>
                <a:cxnLst/>
                <a:rect l="l" t="t" r="r" b="b"/>
                <a:pathLst>
                  <a:path w="314673" h="314673">
                    <a:moveTo>
                      <a:pt x="129416" y="29270"/>
                    </a:moveTo>
                    <a:cubicBezTo>
                      <a:pt x="136517" y="0"/>
                      <a:pt x="178156" y="0"/>
                      <a:pt x="185256" y="29270"/>
                    </a:cubicBezTo>
                    <a:cubicBezTo>
                      <a:pt x="187417" y="38189"/>
                      <a:pt x="193708" y="45539"/>
                      <a:pt x="202186" y="49052"/>
                    </a:cubicBezTo>
                    <a:cubicBezTo>
                      <a:pt x="210664" y="52564"/>
                      <a:pt x="220310" y="51816"/>
                      <a:pt x="228145" y="47039"/>
                    </a:cubicBezTo>
                    <a:cubicBezTo>
                      <a:pt x="253865" y="31371"/>
                      <a:pt x="283319" y="60808"/>
                      <a:pt x="267650" y="86544"/>
                    </a:cubicBezTo>
                    <a:cubicBezTo>
                      <a:pt x="262880" y="94376"/>
                      <a:pt x="262134" y="104014"/>
                      <a:pt x="265642" y="112487"/>
                    </a:cubicBezTo>
                    <a:cubicBezTo>
                      <a:pt x="269150" y="120960"/>
                      <a:pt x="276492" y="127249"/>
                      <a:pt x="285402" y="129416"/>
                    </a:cubicBezTo>
                    <a:cubicBezTo>
                      <a:pt x="314673" y="136517"/>
                      <a:pt x="314673" y="178156"/>
                      <a:pt x="285402" y="185256"/>
                    </a:cubicBezTo>
                    <a:cubicBezTo>
                      <a:pt x="276484" y="187417"/>
                      <a:pt x="269133" y="193708"/>
                      <a:pt x="265621" y="202186"/>
                    </a:cubicBezTo>
                    <a:cubicBezTo>
                      <a:pt x="262108" y="210664"/>
                      <a:pt x="262856" y="220310"/>
                      <a:pt x="267633" y="228145"/>
                    </a:cubicBezTo>
                    <a:cubicBezTo>
                      <a:pt x="283302" y="253865"/>
                      <a:pt x="253865" y="283319"/>
                      <a:pt x="228129" y="267650"/>
                    </a:cubicBezTo>
                    <a:cubicBezTo>
                      <a:pt x="220297" y="262880"/>
                      <a:pt x="210658" y="262134"/>
                      <a:pt x="202186" y="265642"/>
                    </a:cubicBezTo>
                    <a:cubicBezTo>
                      <a:pt x="193713" y="269150"/>
                      <a:pt x="187423" y="276492"/>
                      <a:pt x="185256" y="285402"/>
                    </a:cubicBezTo>
                    <a:cubicBezTo>
                      <a:pt x="178156" y="314673"/>
                      <a:pt x="136517" y="314673"/>
                      <a:pt x="129416" y="285402"/>
                    </a:cubicBezTo>
                    <a:cubicBezTo>
                      <a:pt x="127255" y="276484"/>
                      <a:pt x="120965" y="269133"/>
                      <a:pt x="112487" y="265621"/>
                    </a:cubicBezTo>
                    <a:cubicBezTo>
                      <a:pt x="104009" y="262108"/>
                      <a:pt x="94363" y="262856"/>
                      <a:pt x="86527" y="267633"/>
                    </a:cubicBezTo>
                    <a:cubicBezTo>
                      <a:pt x="60808" y="283302"/>
                      <a:pt x="31354" y="253865"/>
                      <a:pt x="47023" y="228129"/>
                    </a:cubicBezTo>
                    <a:cubicBezTo>
                      <a:pt x="51793" y="220297"/>
                      <a:pt x="52539" y="210658"/>
                      <a:pt x="49031" y="202186"/>
                    </a:cubicBezTo>
                    <a:cubicBezTo>
                      <a:pt x="45522" y="193713"/>
                      <a:pt x="38181" y="187423"/>
                      <a:pt x="29270" y="185256"/>
                    </a:cubicBezTo>
                    <a:cubicBezTo>
                      <a:pt x="0" y="178156"/>
                      <a:pt x="0" y="136517"/>
                      <a:pt x="29270" y="129416"/>
                    </a:cubicBezTo>
                    <a:cubicBezTo>
                      <a:pt x="38189" y="127255"/>
                      <a:pt x="45539" y="120965"/>
                      <a:pt x="49052" y="112487"/>
                    </a:cubicBezTo>
                    <a:cubicBezTo>
                      <a:pt x="52564" y="104009"/>
                      <a:pt x="51816" y="94363"/>
                      <a:pt x="47039" y="86527"/>
                    </a:cubicBezTo>
                    <a:cubicBezTo>
                      <a:pt x="31371" y="60808"/>
                      <a:pt x="60808" y="31354"/>
                      <a:pt x="86544" y="47023"/>
                    </a:cubicBezTo>
                    <a:cubicBezTo>
                      <a:pt x="103213" y="57157"/>
                      <a:pt x="124816" y="48189"/>
                      <a:pt x="129416" y="29270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17519" y="354091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50006"/>
                    </a:moveTo>
                    <a:cubicBezTo>
                      <a:pt x="0" y="77624"/>
                      <a:pt x="22389" y="100012"/>
                      <a:pt x="50006" y="100012"/>
                    </a:cubicBezTo>
                    <a:cubicBezTo>
                      <a:pt x="77624" y="100012"/>
                      <a:pt x="100012" y="77624"/>
                      <a:pt x="100012" y="50006"/>
                    </a:cubicBez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1F4B5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67956" y="3158490"/>
              <a:ext cx="1240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Conda环境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0242" y="3569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使用环境文件记录依赖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70242" y="3892868"/>
              <a:ext cx="2776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不复制或同步整个miniconda3目录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38900" y="4572000"/>
              <a:ext cx="5219700" cy="127635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9050">
              <a:solidFill>
                <a:srgbClr val="C55245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710565" y="5022056"/>
              <a:ext cx="313921" cy="300038"/>
              <a:chOff x="6710565" y="5022056"/>
              <a:chExt cx="313921" cy="30003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10565" y="5022056"/>
                <a:ext cx="31392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13921" h="300038">
                    <a:moveTo>
                      <a:pt x="156960" y="0"/>
                    </a:moveTo>
                    <a:cubicBezTo>
                      <a:pt x="195896" y="34447"/>
                      <a:pt x="246713" y="52383"/>
                      <a:pt x="298645" y="50006"/>
                    </a:cubicBezTo>
                    <a:cubicBezTo>
                      <a:pt x="313921" y="101972"/>
                      <a:pt x="307470" y="157910"/>
                      <a:pt x="280766" y="205034"/>
                    </a:cubicBezTo>
                    <a:cubicBezTo>
                      <a:pt x="254062" y="252158"/>
                      <a:pt x="209390" y="286438"/>
                      <a:pt x="156960" y="300038"/>
                    </a:cubicBezTo>
                    <a:cubicBezTo>
                      <a:pt x="104531" y="286438"/>
                      <a:pt x="59858" y="252158"/>
                      <a:pt x="33155" y="205034"/>
                    </a:cubicBezTo>
                    <a:cubicBezTo>
                      <a:pt x="6451" y="157910"/>
                      <a:pt x="0" y="101972"/>
                      <a:pt x="15276" y="50006"/>
                    </a:cubicBezTo>
                    <a:cubicBezTo>
                      <a:pt x="67208" y="52383"/>
                      <a:pt x="118025" y="34447"/>
                      <a:pt x="156960" y="0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50856" y="5138738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67525" y="5172075"/>
                <a:ext cx="9525" cy="4167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672">
                    <a:moveTo>
                      <a:pt x="0" y="0"/>
                    </a:moveTo>
                    <a:lnTo>
                      <a:pt x="0" y="41672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267956" y="4758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敏感信息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70242" y="5188268"/>
              <a:ext cx="2173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密码、私钥和Token不进入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17464" y="5474018"/>
              <a:ext cx="1909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Git、NAS、代码或截图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21959DC-997F-376C-86C2-EC65683A2036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FC6CD79B-BB1B-CB01-078E-29A1A0665D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77433CEA-AAF5-3C61-7B1A-0C5005B9DD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AB40970B-610C-6D47-53D4-04A26178064C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09CCD88D-278F-4DF4-969A-2538993EB165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D97B8FA2-CFD5-A683-5325-49BC957DE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A9E51094-5323-6D07-8240-B0BCC9C15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85B570B6-8D2A-F499-4405-3F7C748B71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74878866-E6CE-8EA6-930C-EC2C320F57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99137104-0D25-E033-02A9-063F3A6454EA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1DF13766-3B99-3E42-CAD6-1BFCB5162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4199A9ED-0DAA-238F-CA93-27F4D37AD5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8800E915-39A7-A18B-8631-D1A925A847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59F72195-F442-6191-321F-0D974348D051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E7284737-637C-C6C9-4521-04FA957FD1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E446DE6F-2794-1765-416D-87487DB93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95577FA6-025E-857C-B355-D94DBBCAAEF7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CF5ADEA6-592A-E004-F931-5CC70C578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C61A9B97-784E-52F3-DDB7-13C1A0320E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21740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连接实验室服务器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4256" y="9486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46F"/>
                </a:solidFill>
                <a:latin typeface="Arial"/>
                <a:ea typeface="Microsoft YaHei"/>
                <a:cs typeface="Arial"/>
              </a:rPr>
              <a:t>先验证网络，再登录、检查身份并建立个人目录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7398" y="1564958"/>
            <a:ext cx="2691346" cy="1448943"/>
            <a:chOff x="517398" y="1564958"/>
            <a:chExt cx="2691346" cy="1448943"/>
          </a:xfrm>
        </p:grpSpPr>
        <p:sp>
          <p:nvSpPr>
            <p:cNvPr id="4" name="TextBox 4"/>
            <p:cNvSpPr txBox="1"/>
            <p:nvPr/>
          </p:nvSpPr>
          <p:spPr>
            <a:xfrm>
              <a:off x="517398" y="15649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0ED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46632" y="16211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服务器信息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50442" y="210216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地址：222.198.156.91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50442" y="2426018"/>
              <a:ext cx="1117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SSH端口：22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50442" y="2749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学生使用自己的用户名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75248" y="1564958"/>
            <a:ext cx="5483352" cy="1563243"/>
            <a:chOff x="6175248" y="1564958"/>
            <a:chExt cx="5483352" cy="1563243"/>
          </a:xfrm>
        </p:grpSpPr>
        <p:sp>
          <p:nvSpPr>
            <p:cNvPr id="10" name="TextBox 10"/>
            <p:cNvSpPr txBox="1"/>
            <p:nvPr/>
          </p:nvSpPr>
          <p:spPr>
            <a:xfrm>
              <a:off x="6175248" y="15649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0ED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04482" y="16211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先测试网络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915150" y="2076450"/>
              <a:ext cx="4743450" cy="685800"/>
            </a:xfrm>
            <a:prstGeom prst="roundRect">
              <a:avLst>
                <a:gd name="adj" fmla="val 11111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4116" y="2229802"/>
              <a:ext cx="2530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Test-NetConnection 222.198.156.91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2716" y="2477452"/>
              <a:ext cx="605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-Port 22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08292" y="2864168"/>
              <a:ext cx="3588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2F8F6B"/>
                  </a:solidFill>
                  <a:latin typeface="Arial"/>
                  <a:ea typeface="Microsoft YaHei"/>
                  <a:cs typeface="Arial"/>
                </a:rPr>
                <a:t>TcpTestSucceeded : True 表示端口可访问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533400" y="33337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9050">
            <a:solidFill>
              <a:srgbClr val="CFDCE2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17398" y="3755708"/>
            <a:ext cx="4021424" cy="1467993"/>
            <a:chOff x="517398" y="3755708"/>
            <a:chExt cx="4021424" cy="1467993"/>
          </a:xfrm>
        </p:grpSpPr>
        <p:sp>
          <p:nvSpPr>
            <p:cNvPr id="18" name="TextBox 18"/>
            <p:cNvSpPr txBox="1"/>
            <p:nvPr/>
          </p:nvSpPr>
          <p:spPr>
            <a:xfrm>
              <a:off x="517398" y="37557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6632" y="3811905"/>
              <a:ext cx="210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再进行SSH登录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95572" y="4267200"/>
              <a:ext cx="3143250" cy="495300"/>
            </a:xfrm>
            <a:prstGeom prst="roundRect">
              <a:avLst>
                <a:gd name="adj" fmla="val 15385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7994" y="4468178"/>
              <a:ext cx="32412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20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ssh chenpengfan@222.198.156.91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0442" y="4959668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将chenpengfan替换为自己的用户名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60748" y="3755708"/>
            <a:ext cx="2234756" cy="1506093"/>
            <a:chOff x="4460748" y="3755708"/>
            <a:chExt cx="2234756" cy="1506093"/>
          </a:xfrm>
        </p:grpSpPr>
        <p:sp>
          <p:nvSpPr>
            <p:cNvPr id="24" name="TextBox 24"/>
            <p:cNvSpPr txBox="1"/>
            <p:nvPr/>
          </p:nvSpPr>
          <p:spPr>
            <a:xfrm>
              <a:off x="4460748" y="37557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89982" y="3811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登录后检查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93792" y="4350068"/>
              <a:ext cx="640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whoami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3792" y="46739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hostname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93792" y="499776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pwd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794498" y="3755708"/>
            <a:ext cx="3125267" cy="1384553"/>
            <a:chOff x="7794498" y="3755708"/>
            <a:chExt cx="3125267" cy="1384553"/>
          </a:xfrm>
        </p:grpSpPr>
        <p:sp>
          <p:nvSpPr>
            <p:cNvPr id="30" name="TextBox 30"/>
            <p:cNvSpPr txBox="1"/>
            <p:nvPr/>
          </p:nvSpPr>
          <p:spPr>
            <a:xfrm>
              <a:off x="7794498" y="37557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59B35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23732" y="38119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建立个人课程目录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9066" y="4344352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mkdir -p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7666" y="459200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~/research-training/lesson03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9066" y="4934902"/>
              <a:ext cx="2279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cd ~/research-training/lesson03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89456" y="5784056"/>
            <a:ext cx="300038" cy="300038"/>
            <a:chOff x="10889456" y="5784056"/>
            <a:chExt cx="300038" cy="300038"/>
          </a:xfrm>
        </p:grpSpPr>
        <p:sp>
          <p:nvSpPr>
            <p:cNvPr id="36" name="Freeform 36"/>
            <p:cNvSpPr/>
            <p:nvPr/>
          </p:nvSpPr>
          <p:spPr>
            <a:xfrm>
              <a:off x="10889456" y="6017419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2F80ED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122819" y="5784056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33338" y="66675"/>
                  </a:move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  <a:cubicBezTo>
                    <a:pt x="0" y="51749"/>
                    <a:pt x="14926" y="66675"/>
                    <a:pt x="33338" y="66675"/>
                  </a:cubicBezTo>
                </a:path>
              </a:pathLst>
            </a:custGeom>
            <a:noFill/>
            <a:ln w="19050">
              <a:solidFill>
                <a:srgbClr val="2F80ED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922794" y="5817394"/>
              <a:ext cx="250031" cy="233362"/>
            </a:xfrm>
            <a:custGeom>
              <a:avLst/>
              <a:gdLst/>
              <a:ahLst/>
              <a:cxnLst/>
              <a:rect l="l" t="t" r="r" b="b"/>
              <a:pathLst>
                <a:path w="250031" h="233362">
                  <a:moveTo>
                    <a:pt x="100012" y="233362"/>
                  </a:moveTo>
                  <a:lnTo>
                    <a:pt x="191691" y="233362"/>
                  </a:lnTo>
                  <a:cubicBezTo>
                    <a:pt x="223911" y="233362"/>
                    <a:pt x="250031" y="207243"/>
                    <a:pt x="250031" y="175022"/>
                  </a:cubicBezTo>
                  <a:cubicBezTo>
                    <a:pt x="250031" y="142801"/>
                    <a:pt x="223911" y="116681"/>
                    <a:pt x="191691" y="116681"/>
                  </a:cubicBezTo>
                  <a:lnTo>
                    <a:pt x="58341" y="116681"/>
                  </a:lnTo>
                  <a:cubicBezTo>
                    <a:pt x="26120" y="116681"/>
                    <a:pt x="0" y="90561"/>
                    <a:pt x="0" y="58341"/>
                  </a:cubicBezTo>
                  <a:cubicBezTo>
                    <a:pt x="0" y="26120"/>
                    <a:pt x="26120" y="0"/>
                    <a:pt x="58341" y="0"/>
                  </a:cubicBez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rgbClr val="2F80ED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76351BE-B7F4-75DF-C873-610533B74001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5EF07E83-76DD-A4C7-7FC2-85D25BB6F8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FD7D93D6-DD34-5B4E-90A5-9E39F7876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43ED886A-0A89-9E81-8AA9-928D1C8084E7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AAA658A7-5AD1-21F5-9D08-3CCA8C4D4DAB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87C2D5FF-CF01-1B80-AA73-920A97DF7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2EF399A6-0F7A-3777-C014-78204E009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2C4489E5-D2FD-DDC2-5470-6F38EFA08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2639C22B-33F2-A5DD-440F-A556AE25A2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A3CA6884-5983-4D35-83E0-D5CEEBC31F14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31481329-8CBC-06F0-968B-9461957225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51A46DDB-D43E-3479-0EDD-5161B7F7F3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69B63B0D-6544-1031-4979-7D09C65FBC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0B922E96-59C4-D43D-064F-5FBDD410C220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6F7448A1-6AE8-95A0-DFCF-FC9EDE6A58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7F040276-C61A-870C-6F46-0D2ECD2BF8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F1F7C579-529B-F3A3-3825-416336AAC628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FC1B43FA-748E-2534-F0B4-2E9FF84FE0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4A879730-8E9A-51A0-020B-360AA6FE4F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585897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使用VS Code Remote SSH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33400" y="1352550"/>
            <a:ext cx="4762500" cy="3714750"/>
            <a:chOff x="533400" y="1352550"/>
            <a:chExt cx="4762500" cy="3714750"/>
          </a:xfrm>
        </p:grpSpPr>
        <p:sp>
          <p:nvSpPr>
            <p:cNvPr id="3" name="Rectangle 3"/>
            <p:cNvSpPr/>
            <p:nvPr/>
          </p:nvSpPr>
          <p:spPr>
            <a:xfrm>
              <a:off x="533400" y="1352550"/>
              <a:ext cx="4762500" cy="3714750"/>
            </a:xfrm>
            <a:prstGeom prst="roundRect">
              <a:avLst>
                <a:gd name="adj" fmla="val 2051"/>
              </a:avLst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850106" y="1631156"/>
              <a:ext cx="283369" cy="300038"/>
              <a:chOff x="850106" y="1631156"/>
              <a:chExt cx="283369" cy="3000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066800" y="1631156"/>
                <a:ext cx="666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66675" y="258366"/>
                    </a:lnTo>
                    <a:lnTo>
                      <a:pt x="66675" y="416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50106" y="1631156"/>
                <a:ext cx="216694" cy="241697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1697">
                    <a:moveTo>
                      <a:pt x="102763" y="181739"/>
                    </a:moveTo>
                    <a:lnTo>
                      <a:pt x="33338" y="241697"/>
                    </a:lnTo>
                    <a:lnTo>
                      <a:pt x="0" y="225028"/>
                    </a:lnTo>
                    <a:lnTo>
                      <a:pt x="72226" y="150019"/>
                    </a:lnTo>
                    <a:moveTo>
                      <a:pt x="101146" y="119982"/>
                    </a:moveTo>
                    <a:lnTo>
                      <a:pt x="216694" y="0"/>
                    </a:lnTo>
                    <a:lnTo>
                      <a:pt x="216694" y="83344"/>
                    </a:lnTo>
                    <a:lnTo>
                      <a:pt x="136767" y="15236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50106" y="1689497"/>
                <a:ext cx="216694" cy="241697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1697">
                    <a:moveTo>
                      <a:pt x="216694" y="166688"/>
                    </a:moveTo>
                    <a:lnTo>
                      <a:pt x="33338" y="0"/>
                    </a:lnTo>
                    <a:lnTo>
                      <a:pt x="0" y="16669"/>
                    </a:lnTo>
                    <a:lnTo>
                      <a:pt x="216694" y="24169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360932" y="1640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安装插件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6592" y="2197418"/>
              <a:ext cx="2662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在VS Code中安装 Remote - SSH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00100" y="26098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7B8D9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2782" y="28022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添加服务器配置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3321368"/>
              <a:ext cx="1428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Host lab-server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6592" y="3683318"/>
              <a:ext cx="2336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HostName 222.198.156.91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6592" y="4045268"/>
              <a:ext cx="1396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User 个人用户名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6592" y="4407218"/>
              <a:ext cx="677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Port 22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04332" y="1468755"/>
            <a:ext cx="5954268" cy="3508629"/>
            <a:chOff x="5704332" y="1468755"/>
            <a:chExt cx="5954268" cy="3508629"/>
          </a:xfrm>
        </p:grpSpPr>
        <p:sp>
          <p:nvSpPr>
            <p:cNvPr id="17" name="TextBox 17"/>
            <p:cNvSpPr txBox="1"/>
            <p:nvPr/>
          </p:nvSpPr>
          <p:spPr>
            <a:xfrm>
              <a:off x="5704332" y="14687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连接服务器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6356" y="1939290"/>
              <a:ext cx="4102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选择 Remote-SSH: Connect to Host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6356" y="2377440"/>
              <a:ext cx="1847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连接 lab-server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96356" y="2815590"/>
              <a:ext cx="4125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打开 ~/research-training/lesson03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0" y="3390900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19050">
              <a:solidFill>
                <a:srgbClr val="CFDCE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04332" y="365950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确认当前是远程环境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96356" y="4168140"/>
              <a:ext cx="31578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VS Code左下角显示远程主机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96356" y="4625340"/>
              <a:ext cx="4008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集成终端中的pwd为Linux服务器路径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5353050"/>
            <a:ext cx="11125200" cy="895350"/>
            <a:chOff x="533400" y="535305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535305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12006" y="5684044"/>
              <a:ext cx="300038" cy="250031"/>
              <a:chOff x="812006" y="5684044"/>
              <a:chExt cx="300038" cy="25003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12019" y="5684044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66675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667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8681" y="5750719"/>
                <a:ext cx="1666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83356">
                    <a:moveTo>
                      <a:pt x="16669" y="0"/>
                    </a:moveTo>
                    <a:lnTo>
                      <a:pt x="150019" y="0"/>
                    </a:lnTo>
                    <a:cubicBezTo>
                      <a:pt x="159947" y="14878"/>
                      <a:pt x="165703" y="32147"/>
                      <a:pt x="166688" y="50006"/>
                    </a:cubicBezTo>
                    <a:lnTo>
                      <a:pt x="166688" y="100012"/>
                    </a:lnTo>
                    <a:cubicBezTo>
                      <a:pt x="166688" y="146042"/>
                      <a:pt x="129373" y="183356"/>
                      <a:pt x="83344" y="183356"/>
                    </a:cubicBezTo>
                    <a:cubicBezTo>
                      <a:pt x="37314" y="183356"/>
                      <a:pt x="0" y="146042"/>
                      <a:pt x="0" y="100012"/>
                    </a:cubicBezTo>
                    <a:lnTo>
                      <a:pt x="0" y="50006"/>
                    </a:lnTo>
                    <a:cubicBezTo>
                      <a:pt x="985" y="32147"/>
                      <a:pt x="6741" y="14878"/>
                      <a:pt x="16669" y="0"/>
                    </a:cubicBez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006" y="5817394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45369" y="5817394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025" y="5834062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1000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8675" y="5884069"/>
                <a:ext cx="5584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840" h="33338">
                    <a:moveTo>
                      <a:pt x="0" y="33338"/>
                    </a:moveTo>
                    <a:lnTo>
                      <a:pt x="5584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9535" y="5884069"/>
                <a:ext cx="5584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840" h="33338">
                    <a:moveTo>
                      <a:pt x="5584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8675" y="5717381"/>
                <a:ext cx="62508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62508" h="40005">
                    <a:moveTo>
                      <a:pt x="0" y="0"/>
                    </a:moveTo>
                    <a:lnTo>
                      <a:pt x="62508" y="4000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2867" y="5717381"/>
                <a:ext cx="62508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62508" h="40005">
                    <a:moveTo>
                      <a:pt x="62508" y="0"/>
                    </a:moveTo>
                    <a:lnTo>
                      <a:pt x="0" y="4000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62456" y="5520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排错原则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35630" y="5572125"/>
              <a:ext cx="3210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命令行SSH成功后，再排查VS Code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1380" y="5572125"/>
              <a:ext cx="36697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不因VS Code连接失败而重装服务器环境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4EEEFE3-0F1F-6AC3-2F77-05F047FE99FF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73116E1C-4563-9A08-EC75-8F6FC61DC9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E26E55D-9EB5-C3D8-6A39-8A070C6C0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3A2FC3CB-211F-6251-7861-4B31B134E3E6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BBEEDB8A-A8DF-FF93-B477-627CBAF690E4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F937A3F7-0809-BBF1-845F-CD5A40BAF3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42AFB38E-48F7-D52D-6ECB-AEEA39F798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FED38724-6FFB-59F1-E340-684E9C7E9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08DA0882-3D14-C824-61D7-3A088AED8E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2E90453D-2297-EC68-F1D1-818E5CE42C2D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F9F7820F-5B11-4637-B1AB-B51DF89D3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AD9F38B8-C2E7-0D87-8012-65E6910FDF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BB9C8937-1DE1-68F9-34C5-423A82B7C0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67FCB61C-2B81-3AD2-FB18-37A27123F9D9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A1CD0B38-E4C7-595D-44B0-49FFBB989B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02E20F48-EFFF-A210-6753-37027D228C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91C1F80E-59DD-BE2F-7D05-4A17AA45323A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42B26522-6456-8728-7BDA-1B42F94879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10752239-303F-A557-6332-BC4AC15AA2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63885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安装Miniconda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33400" y="1352550"/>
            <a:ext cx="3231252" cy="3810000"/>
            <a:chOff x="533400" y="1352550"/>
            <a:chExt cx="2857500" cy="3810000"/>
          </a:xfrm>
        </p:grpSpPr>
        <p:sp>
          <p:nvSpPr>
            <p:cNvPr id="3" name="Rectangle 3"/>
            <p:cNvSpPr/>
            <p:nvPr/>
          </p:nvSpPr>
          <p:spPr>
            <a:xfrm>
              <a:off x="533400" y="1352550"/>
              <a:ext cx="2857500" cy="3810000"/>
            </a:xfrm>
            <a:prstGeom prst="roundRect">
              <a:avLst>
                <a:gd name="adj" fmla="val 2667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846854" y="1627904"/>
              <a:ext cx="344642" cy="344642"/>
              <a:chOff x="846854" y="1627904"/>
              <a:chExt cx="344642" cy="34464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46854" y="1627904"/>
                <a:ext cx="344642" cy="344642"/>
              </a:xfrm>
              <a:custGeom>
                <a:avLst/>
                <a:gdLst/>
                <a:ahLst/>
                <a:cxnLst/>
                <a:rect l="l" t="t" r="r" b="b"/>
                <a:pathLst>
                  <a:path w="344642" h="344642">
                    <a:moveTo>
                      <a:pt x="141742" y="32058"/>
                    </a:moveTo>
                    <a:cubicBezTo>
                      <a:pt x="149519" y="0"/>
                      <a:pt x="195123" y="0"/>
                      <a:pt x="202900" y="32058"/>
                    </a:cubicBezTo>
                    <a:cubicBezTo>
                      <a:pt x="205267" y="41826"/>
                      <a:pt x="212157" y="49877"/>
                      <a:pt x="221442" y="53724"/>
                    </a:cubicBezTo>
                    <a:cubicBezTo>
                      <a:pt x="230728" y="57571"/>
                      <a:pt x="241292" y="56752"/>
                      <a:pt x="249874" y="51519"/>
                    </a:cubicBezTo>
                    <a:cubicBezTo>
                      <a:pt x="278043" y="34358"/>
                      <a:pt x="310302" y="66599"/>
                      <a:pt x="293141" y="94787"/>
                    </a:cubicBezTo>
                    <a:cubicBezTo>
                      <a:pt x="287916" y="103364"/>
                      <a:pt x="287099" y="113921"/>
                      <a:pt x="290942" y="123200"/>
                    </a:cubicBezTo>
                    <a:cubicBezTo>
                      <a:pt x="294784" y="132480"/>
                      <a:pt x="302825" y="139368"/>
                      <a:pt x="312584" y="141742"/>
                    </a:cubicBezTo>
                    <a:cubicBezTo>
                      <a:pt x="344642" y="149519"/>
                      <a:pt x="344642" y="195123"/>
                      <a:pt x="312584" y="202900"/>
                    </a:cubicBezTo>
                    <a:cubicBezTo>
                      <a:pt x="302816" y="205267"/>
                      <a:pt x="294765" y="212157"/>
                      <a:pt x="290918" y="221442"/>
                    </a:cubicBezTo>
                    <a:cubicBezTo>
                      <a:pt x="287071" y="230728"/>
                      <a:pt x="287891" y="241292"/>
                      <a:pt x="293123" y="249874"/>
                    </a:cubicBezTo>
                    <a:cubicBezTo>
                      <a:pt x="310284" y="278043"/>
                      <a:pt x="278043" y="310302"/>
                      <a:pt x="249855" y="293141"/>
                    </a:cubicBezTo>
                    <a:cubicBezTo>
                      <a:pt x="241278" y="287916"/>
                      <a:pt x="230721" y="287099"/>
                      <a:pt x="221442" y="290942"/>
                    </a:cubicBezTo>
                    <a:cubicBezTo>
                      <a:pt x="212162" y="294784"/>
                      <a:pt x="205274" y="302825"/>
                      <a:pt x="202900" y="312584"/>
                    </a:cubicBezTo>
                    <a:cubicBezTo>
                      <a:pt x="195123" y="344642"/>
                      <a:pt x="149519" y="344642"/>
                      <a:pt x="141742" y="312584"/>
                    </a:cubicBezTo>
                    <a:cubicBezTo>
                      <a:pt x="139375" y="302816"/>
                      <a:pt x="132485" y="294765"/>
                      <a:pt x="123200" y="290918"/>
                    </a:cubicBezTo>
                    <a:cubicBezTo>
                      <a:pt x="113914" y="287071"/>
                      <a:pt x="103350" y="287891"/>
                      <a:pt x="94768" y="293123"/>
                    </a:cubicBezTo>
                    <a:cubicBezTo>
                      <a:pt x="66599" y="310284"/>
                      <a:pt x="34340" y="278043"/>
                      <a:pt x="51501" y="249855"/>
                    </a:cubicBezTo>
                    <a:cubicBezTo>
                      <a:pt x="56726" y="241278"/>
                      <a:pt x="57543" y="230721"/>
                      <a:pt x="53700" y="221442"/>
                    </a:cubicBezTo>
                    <a:cubicBezTo>
                      <a:pt x="49858" y="212162"/>
                      <a:pt x="41817" y="205274"/>
                      <a:pt x="32058" y="202900"/>
                    </a:cubicBezTo>
                    <a:cubicBezTo>
                      <a:pt x="0" y="195123"/>
                      <a:pt x="0" y="149519"/>
                      <a:pt x="32058" y="141742"/>
                    </a:cubicBezTo>
                    <a:cubicBezTo>
                      <a:pt x="41826" y="139375"/>
                      <a:pt x="49877" y="132485"/>
                      <a:pt x="53724" y="123200"/>
                    </a:cubicBezTo>
                    <a:cubicBezTo>
                      <a:pt x="57571" y="113914"/>
                      <a:pt x="56752" y="103350"/>
                      <a:pt x="51519" y="94768"/>
                    </a:cubicBezTo>
                    <a:cubicBezTo>
                      <a:pt x="34358" y="66599"/>
                      <a:pt x="66599" y="34340"/>
                      <a:pt x="94787" y="51501"/>
                    </a:cubicBezTo>
                    <a:cubicBezTo>
                      <a:pt x="113043" y="62601"/>
                      <a:pt x="136703" y="52779"/>
                      <a:pt x="141742" y="32058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64407" y="1745457"/>
                <a:ext cx="109538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09538">
                    <a:moveTo>
                      <a:pt x="0" y="54769"/>
                    </a:moveTo>
                    <a:cubicBezTo>
                      <a:pt x="0" y="85017"/>
                      <a:pt x="24521" y="109538"/>
                      <a:pt x="54769" y="109538"/>
                    </a:cubicBezTo>
                    <a:cubicBezTo>
                      <a:pt x="85017" y="109538"/>
                      <a:pt x="109538" y="85017"/>
                      <a:pt x="109538" y="54769"/>
                    </a:cubicBezTo>
                    <a:cubicBezTo>
                      <a:pt x="109538" y="24521"/>
                      <a:pt x="85017" y="0"/>
                      <a:pt x="54769" y="0"/>
                    </a:cubicBezTo>
                    <a:cubicBezTo>
                      <a:pt x="24521" y="0"/>
                      <a:pt x="0" y="24521"/>
                      <a:pt x="0" y="54769"/>
                    </a:cubicBez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790956" y="2186940"/>
              <a:ext cx="248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为什么使用Miniconda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6780" y="2752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为不同实验创建独立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9496" y="3072765"/>
              <a:ext cx="1095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Python环境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780" y="3648075"/>
              <a:ext cx="19109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避免修改系统Python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" y="4238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方便记录和复现实验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496" y="45061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依赖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48100" y="1520190"/>
            <a:ext cx="8097086" cy="3589211"/>
            <a:chOff x="3848100" y="1520190"/>
            <a:chExt cx="8097086" cy="3589211"/>
          </a:xfrm>
        </p:grpSpPr>
        <p:sp>
          <p:nvSpPr>
            <p:cNvPr id="14" name="Line 14"/>
            <p:cNvSpPr/>
            <p:nvPr/>
          </p:nvSpPr>
          <p:spPr>
            <a:xfrm>
              <a:off x="4000500" y="1638300"/>
              <a:ext cx="9525" cy="3448050"/>
            </a:xfrm>
            <a:custGeom>
              <a:avLst/>
              <a:gdLst/>
              <a:ahLst/>
              <a:cxnLst/>
              <a:rect l="l" t="t" r="r" b="b"/>
              <a:pathLst>
                <a:path w="9525" h="3448050">
                  <a:moveTo>
                    <a:pt x="0" y="0"/>
                  </a:moveTo>
                  <a:lnTo>
                    <a:pt x="0" y="3448050"/>
                  </a:lnTo>
                </a:path>
              </a:pathLst>
            </a:custGeom>
            <a:noFill/>
            <a:ln w="38100">
              <a:solidFill>
                <a:srgbClr val="CFDCE2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848100" y="1562100"/>
              <a:ext cx="304800" cy="3048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848100" y="2476500"/>
              <a:ext cx="304800" cy="3048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848100" y="3543300"/>
              <a:ext cx="304800" cy="304800"/>
            </a:xfrm>
            <a:prstGeom prst="ellipse">
              <a:avLst/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848100" y="4514850"/>
              <a:ext cx="304800" cy="304800"/>
            </a:xfrm>
            <a:prstGeom prst="ellipse">
              <a:avLst/>
            </a:prstGeom>
            <a:solidFill>
              <a:srgbClr val="2F8F6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91406" y="1520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检查服务器架构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3692" y="1892618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uname -m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98692" y="1892618"/>
              <a:ext cx="2783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本服务器使用Linux x86_64安装包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1406" y="2434590"/>
              <a:ext cx="2760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从清华TUNA下载安装包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00550" y="2819400"/>
              <a:ext cx="6972300" cy="552450"/>
            </a:xfrm>
            <a:prstGeom prst="roundRect">
              <a:avLst>
                <a:gd name="adj" fmla="val 13793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28566" y="2934652"/>
              <a:ext cx="4661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wget https://mirrors.tuna.tsinghua.edu.cn/anaconda/miniconda/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34311" y="3124581"/>
              <a:ext cx="2475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Miniconda3-latest-Linux-x86_64.sh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1406" y="3501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执行安装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3692" y="3873818"/>
              <a:ext cx="3636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bash Miniconda3-latest-Linux-x86_64.sh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142" y="3873818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安装到个人目录 ~/miniconda3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1406" y="4472940"/>
              <a:ext cx="1497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初始化Conda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3692" y="4845368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~/miniconda3/bin/conda init bash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22692" y="4845368"/>
              <a:ext cx="241858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source ~/.bashrc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22942" y="4845368"/>
              <a:ext cx="212224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conda --version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429250"/>
            <a:ext cx="11125200" cy="781050"/>
            <a:chOff x="533400" y="5429250"/>
            <a:chExt cx="11125200" cy="781050"/>
          </a:xfrm>
        </p:grpSpPr>
        <p:sp>
          <p:nvSpPr>
            <p:cNvPr id="34" name="Rectangle 34"/>
            <p:cNvSpPr/>
            <p:nvPr/>
          </p:nvSpPr>
          <p:spPr>
            <a:xfrm>
              <a:off x="533400" y="5429250"/>
              <a:ext cx="11125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19050">
              <a:solidFill>
                <a:srgbClr val="C55245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12969" y="5664219"/>
              <a:ext cx="336200" cy="288840"/>
              <a:chOff x="812969" y="5664219"/>
              <a:chExt cx="336200" cy="28884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81075" y="5769769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969" y="5664219"/>
                <a:ext cx="336200" cy="288840"/>
              </a:xfrm>
              <a:custGeom>
                <a:avLst/>
                <a:gdLst/>
                <a:ahLst/>
                <a:cxnLst/>
                <a:rect l="l" t="t" r="r" b="b"/>
                <a:pathLst>
                  <a:path w="336200" h="288840">
                    <a:moveTo>
                      <a:pt x="140820" y="15389"/>
                    </a:moveTo>
                    <a:lnTo>
                      <a:pt x="5703" y="240984"/>
                    </a:lnTo>
                    <a:cubicBezTo>
                      <a:pt x="35" y="250799"/>
                      <a:pt x="0" y="262885"/>
                      <a:pt x="5612" y="272733"/>
                    </a:cubicBezTo>
                    <a:cubicBezTo>
                      <a:pt x="11223" y="282581"/>
                      <a:pt x="21639" y="288712"/>
                      <a:pt x="32973" y="288840"/>
                    </a:cubicBezTo>
                    <a:lnTo>
                      <a:pt x="303240" y="288840"/>
                    </a:lnTo>
                    <a:cubicBezTo>
                      <a:pt x="314569" y="288709"/>
                      <a:pt x="324978" y="282580"/>
                      <a:pt x="330589" y="272738"/>
                    </a:cubicBezTo>
                    <a:cubicBezTo>
                      <a:pt x="336200" y="262895"/>
                      <a:pt x="336169" y="250815"/>
                      <a:pt x="330510" y="241000"/>
                    </a:cubicBezTo>
                    <a:lnTo>
                      <a:pt x="195393" y="15372"/>
                    </a:lnTo>
                    <a:cubicBezTo>
                      <a:pt x="189611" y="5829"/>
                      <a:pt x="179264" y="0"/>
                      <a:pt x="168106" y="0"/>
                    </a:cubicBezTo>
                    <a:cubicBezTo>
                      <a:pt x="156948" y="0"/>
                      <a:pt x="146601" y="5829"/>
                      <a:pt x="140820" y="15372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81075" y="5886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67" y="0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1506" y="569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注意事项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35630" y="5724525"/>
              <a:ext cx="106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不使用sudo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40630" y="5724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不覆盖他人的安装目录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0980" y="5724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不在公共目录安装个人环境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2AB2EBD-08C5-B715-9EB2-BF0E9DFF489C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7A748905-C448-975E-C507-7382DB488F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62C7281D-FD3E-E465-9E40-7D80EC1409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CB1BF28F-7905-6500-D62A-ACC5C48BB045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5B5F4239-7688-B4BF-DB56-387B34D12B6E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077C2744-34BF-61F5-0A7F-B0A9C18E9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F6AC91FB-5646-AEF7-EC5E-9C39F8ED2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AED73CFA-FAC4-0986-0705-834E7D8C73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AE19BC5D-82A4-FE13-BEAD-9D1C9A72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67083A35-67D9-D01A-9EB7-2F9566C646CA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377541CE-BA89-ACA1-1342-BC8994F674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A2D3AA5C-1508-B8E9-8CA7-A8D180FA77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A29500E-DB3C-3BE2-22D9-FCCDEFAA29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26F5226D-2476-7BB8-792C-5FB21A2C3804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CF84AE45-ADED-A445-8C36-74FF8DA89D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AB462F04-FCEE-4C1D-215C-3C69E819F5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14394EA7-C79E-ADEA-C70E-A6746CDA85FB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5C64AD58-16F1-3CC9-C419-90DCA41DF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57961143-4698-381E-567E-B2EBC61484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32689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配置国内镜像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33400" y="1314450"/>
            <a:ext cx="7886700" cy="1809750"/>
            <a:chOff x="533400" y="1314450"/>
            <a:chExt cx="7886700" cy="1809750"/>
          </a:xfrm>
        </p:grpSpPr>
        <p:sp>
          <p:nvSpPr>
            <p:cNvPr id="3" name="Rectangle 3"/>
            <p:cNvSpPr/>
            <p:nvPr/>
          </p:nvSpPr>
          <p:spPr>
            <a:xfrm>
              <a:off x="533400" y="1314450"/>
              <a:ext cx="3409950" cy="1809750"/>
            </a:xfrm>
            <a:prstGeom prst="roundRect">
              <a:avLst>
                <a:gd name="adj" fmla="val 4211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906" y="1520190"/>
              <a:ext cx="2875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Conda和pip需要分别配置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12292" y="1968818"/>
              <a:ext cx="2127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Conda镜像用于Conda环境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86932" y="2216468"/>
              <a:ext cx="886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和Conda包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2292" y="2540318"/>
              <a:ext cx="1754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PyPI镜像用于pip安装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86932" y="2787968"/>
              <a:ext cx="986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的Python包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71950" y="1314450"/>
              <a:ext cx="424815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08932" y="1487805"/>
              <a:ext cx="32204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课程统一使用清华TUNA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31792" y="2006918"/>
              <a:ext cx="2964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Conda使用TUNA的conda-forge镜像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31792" y="2445068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pip使用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91986" y="2798885"/>
              <a:ext cx="3007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https://pypi.tuna.tsinghua.edu.cn/simple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4256" y="3406140"/>
            <a:ext cx="7895844" cy="2785110"/>
            <a:chOff x="524256" y="3406140"/>
            <a:chExt cx="7895844" cy="2785110"/>
          </a:xfrm>
        </p:grpSpPr>
        <p:sp>
          <p:nvSpPr>
            <p:cNvPr id="15" name="TextBox 15"/>
            <p:cNvSpPr txBox="1"/>
            <p:nvPr/>
          </p:nvSpPr>
          <p:spPr>
            <a:xfrm>
              <a:off x="524256" y="34061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80ED"/>
                  </a:solidFill>
                  <a:latin typeface="Arial"/>
                  <a:ea typeface="Microsoft YaHei"/>
                  <a:cs typeface="Arial"/>
                </a:rPr>
                <a:t>换源前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4256" y="3825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先检查和备份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042" y="425481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conda config --show-sources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042" y="461676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Consolas"/>
                  <a:ea typeface="Microsoft YaHei"/>
                  <a:cs typeface="Consolas"/>
                </a:rPr>
                <a:t>备份原有 ~/.condarc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143250" y="409575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F80ED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810000" y="40195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58056" y="34061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80ED"/>
                  </a:solidFill>
                  <a:latin typeface="Arial"/>
                  <a:ea typeface="Microsoft YaHei"/>
                  <a:cs typeface="Arial"/>
                </a:rPr>
                <a:t>换源后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8056" y="38252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清理索引并检查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842" y="42548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conda clean -i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0842" y="45786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conda config --show-sources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0842" y="4902518"/>
              <a:ext cx="2185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python -m pip config list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295900"/>
              <a:ext cx="7886700" cy="895350"/>
            </a:xfrm>
            <a:prstGeom prst="roundRect">
              <a:avLst>
                <a:gd name="adj" fmla="val 8511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1906" y="5444490"/>
              <a:ext cx="2582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PyTorch GPU单独处理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8792" y="5493068"/>
              <a:ext cx="2645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使用PyTorch官方CUDA安装命令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88792" y="5797868"/>
              <a:ext cx="434059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普通PyPI镜像不能替代CUDA专用wheel地址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724900" y="1314450"/>
            <a:ext cx="2933700" cy="4876800"/>
            <a:chOff x="8724900" y="1314450"/>
            <a:chExt cx="2933700" cy="4876800"/>
          </a:xfrm>
        </p:grpSpPr>
        <p:sp>
          <p:nvSpPr>
            <p:cNvPr id="31" name="Rectangle 31"/>
            <p:cNvSpPr/>
            <p:nvPr/>
          </p:nvSpPr>
          <p:spPr>
            <a:xfrm>
              <a:off x="8724900" y="1314450"/>
              <a:ext cx="2933700" cy="4876800"/>
            </a:xfrm>
            <a:prstGeom prst="roundRect">
              <a:avLst>
                <a:gd name="adj" fmla="val 2597"/>
              </a:avLst>
            </a:prstGeom>
            <a:solidFill>
              <a:srgbClr val="FFFFFF"/>
            </a:solidFill>
            <a:ln w="19050">
              <a:solidFill>
                <a:srgbClr val="C55245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025039" y="1608686"/>
              <a:ext cx="352208" cy="302593"/>
              <a:chOff x="9025039" y="1608686"/>
              <a:chExt cx="352208" cy="30259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201150" y="1719262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025039" y="1608686"/>
                <a:ext cx="352208" cy="302593"/>
              </a:xfrm>
              <a:custGeom>
                <a:avLst/>
                <a:gdLst/>
                <a:ahLst/>
                <a:cxnLst/>
                <a:rect l="l" t="t" r="r" b="b"/>
                <a:pathLst>
                  <a:path w="352208" h="302593">
                    <a:moveTo>
                      <a:pt x="147525" y="16122"/>
                    </a:moveTo>
                    <a:lnTo>
                      <a:pt x="5974" y="252459"/>
                    </a:lnTo>
                    <a:cubicBezTo>
                      <a:pt x="36" y="262742"/>
                      <a:pt x="0" y="275403"/>
                      <a:pt x="5879" y="285720"/>
                    </a:cubicBezTo>
                    <a:cubicBezTo>
                      <a:pt x="11758" y="296037"/>
                      <a:pt x="22669" y="302460"/>
                      <a:pt x="34543" y="302593"/>
                    </a:cubicBezTo>
                    <a:lnTo>
                      <a:pt x="317679" y="302593"/>
                    </a:lnTo>
                    <a:cubicBezTo>
                      <a:pt x="329547" y="302457"/>
                      <a:pt x="340453" y="296036"/>
                      <a:pt x="346331" y="285725"/>
                    </a:cubicBezTo>
                    <a:cubicBezTo>
                      <a:pt x="352208" y="275413"/>
                      <a:pt x="352177" y="262758"/>
                      <a:pt x="346248" y="252476"/>
                    </a:cubicBezTo>
                    <a:lnTo>
                      <a:pt x="204697" y="16104"/>
                    </a:lnTo>
                    <a:cubicBezTo>
                      <a:pt x="198640" y="6107"/>
                      <a:pt x="187800" y="0"/>
                      <a:pt x="176111" y="0"/>
                    </a:cubicBezTo>
                    <a:cubicBezTo>
                      <a:pt x="164422" y="0"/>
                      <a:pt x="153582" y="6107"/>
                      <a:pt x="147525" y="16104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01150" y="18414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9552432" y="1640205"/>
              <a:ext cx="88485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altLang="en-US" sz="2100" b="1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注意</a:t>
              </a:r>
              <a:endParaRPr lang="zh-CN" sz="2100" b="1" dirty="0">
                <a:solidFill>
                  <a:srgbClr val="C55245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8280" y="23907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不混用多个国内镜像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8280" y="3171825"/>
              <a:ext cx="1551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不使用HTTP镜像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8280" y="3952875"/>
              <a:ext cx="1434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不关闭SSL验证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8280" y="4733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不随意添加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83812" y="50358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trusted-host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FD40F43-4A42-4694-DC3E-599C069655B4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A1AF7D98-9610-B0F2-A46A-C488C65887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2B5C7FD-6A72-2818-AF2F-6B585C1FD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28FE59D1-F66A-9F67-39D2-51B653BC0A7E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C9136376-94D9-6E9A-3102-A35E8A6071E4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1FE7BF8E-BD46-F0B3-7974-1E98F7DAE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CDE77228-7D25-6922-8825-BB5774F85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BB9D3E82-7B54-35A8-5D28-49A155231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9EB91C19-61B9-75E0-039D-809782A944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3CFE40E-4174-CADA-E301-6A548FE590F0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F786DFA9-EC50-FC34-73E3-300AA5763E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A42F879A-4AC0-8831-B7FD-7DAE0692A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334A614A-D809-7AE1-B9EF-EB80936653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F339AD07-2918-33E4-917C-81A5D6432D86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CC0B3C17-CCDD-4F39-E945-C355BF689D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85EF5EB4-4DF6-1DD4-309A-87328F4301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9E97DD41-F6EA-AEAF-6B47-B746C7BAF9FC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D000176-E0EC-8422-8BD7-20A11BC9F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7D441CB-ED11-A6BE-8325-ED88B0A5E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32689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创建独立环境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33400" y="1295400"/>
            <a:ext cx="11125200" cy="1066800"/>
            <a:chOff x="533400" y="1295400"/>
            <a:chExt cx="11125200" cy="1066800"/>
          </a:xfrm>
        </p:grpSpPr>
        <p:sp>
          <p:nvSpPr>
            <p:cNvPr id="3" name="Rectangle 3"/>
            <p:cNvSpPr/>
            <p:nvPr/>
          </p:nvSpPr>
          <p:spPr>
            <a:xfrm>
              <a:off x="533400" y="1295400"/>
              <a:ext cx="11125200" cy="1066800"/>
            </a:xfrm>
            <a:prstGeom prst="roundRect">
              <a:avLst>
                <a:gd name="adj" fmla="val 7143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9432" y="14497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创建课程环境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212592" y="151161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conda create -n lesson03 python=3.10 -y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12592" y="189261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conda activate lesson03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2732" y="2686050"/>
            <a:ext cx="11135868" cy="1866900"/>
            <a:chOff x="522732" y="2686050"/>
            <a:chExt cx="11135868" cy="1866900"/>
          </a:xfrm>
        </p:grpSpPr>
        <p:sp>
          <p:nvSpPr>
            <p:cNvPr id="8" name="TextBox 8"/>
            <p:cNvSpPr txBox="1"/>
            <p:nvPr/>
          </p:nvSpPr>
          <p:spPr>
            <a:xfrm>
              <a:off x="522732" y="2783205"/>
              <a:ext cx="2208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确认当前Python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33023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which python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6833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python --version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406431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python -m pip --version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76650" y="2686050"/>
              <a:ext cx="3714750" cy="1866900"/>
            </a:xfrm>
            <a:prstGeom prst="roundRect">
              <a:avLst>
                <a:gd name="adj" fmla="val 4082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94582" y="28594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2F8F6B"/>
                  </a:solidFill>
                  <a:latin typeface="Arial"/>
                  <a:ea typeface="Microsoft YaHei"/>
                  <a:cs typeface="Arial"/>
                </a:rPr>
                <a:t>正确结果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50792" y="3321368"/>
              <a:ext cx="135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Python路径位于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64195" y="356901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~/miniconda3/envs/lesson03/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50792" y="3892868"/>
              <a:ext cx="157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Python版本为3.10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50792" y="4216718"/>
              <a:ext cx="2336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pip与Python来自同一个环境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39050" y="2686050"/>
              <a:ext cx="4019550" cy="1866900"/>
            </a:xfrm>
            <a:prstGeom prst="roundRect">
              <a:avLst>
                <a:gd name="adj" fmla="val 4082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56982" y="2859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安装普通依赖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2503" y="340042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优先使用 python -m pip install 包名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2503" y="385762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课程代码使用固定的requirements.txt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2732" y="4857750"/>
            <a:ext cx="11135868" cy="766001"/>
            <a:chOff x="522732" y="4857750"/>
            <a:chExt cx="11135868" cy="766001"/>
          </a:xfrm>
        </p:grpSpPr>
        <p:sp>
          <p:nvSpPr>
            <p:cNvPr id="23" name="Line 23"/>
            <p:cNvSpPr/>
            <p:nvPr/>
          </p:nvSpPr>
          <p:spPr>
            <a:xfrm>
              <a:off x="533400" y="4857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CFDCE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2732" y="50882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环境管理原则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6392" y="5169218"/>
              <a:ext cx="272022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不把所有依赖安装到base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8642" y="5073968"/>
              <a:ext cx="227297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一个项目尽量使用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2332" y="5359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一个独立环境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60892" y="5073968"/>
              <a:ext cx="208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记录环境名、Python版本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32282" y="53597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和依赖版本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6A1C43A-547A-A1B9-BC3F-6AFE9AD30E63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918A620E-447D-10A0-B633-438BCF9825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0964CD6F-0B45-6C17-07EF-08BE95E96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B3C52701-8CCF-617F-E228-B3ACBE9E507D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D7195FE0-E203-D377-AB46-1EEF8CFF0CE0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88F63DD0-E47A-2F45-22F2-7ED0EBF0F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C6D4F93-55E2-FE2D-D780-EB78EE1241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04B2A1F5-5AF0-B6CA-8DDF-D2D097078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9AE1DF6-3372-1128-CBB3-F6B0381564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AACB1BC9-A42A-6C43-E629-DE2FE751CA11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8B925ED-D344-F467-9E46-6AB623BF72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0EA81A6A-79D7-B206-71D5-049CBF17EA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328FEA04-87D6-D56A-122B-C9358E4511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524C7AC5-0A7D-49C8-AA2C-3648E6848E67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2C89309B-272E-4853-75A5-D9EC5B6723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B5D3A550-D2EF-4021-DEE7-B53B546293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A7100814-704F-65F0-DE38-D78908A1C8F7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708C473F-8313-067F-F602-A3A130C1AB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D7E6C6AF-1A5B-E479-B492-4868072C4E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5647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检查GPU与PyTorch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33400" y="1333500"/>
            <a:ext cx="3205990" cy="4591050"/>
            <a:chOff x="533400" y="1333500"/>
            <a:chExt cx="2952750" cy="4591050"/>
          </a:xfrm>
        </p:grpSpPr>
        <p:sp>
          <p:nvSpPr>
            <p:cNvPr id="3" name="Rectangle 3"/>
            <p:cNvSpPr/>
            <p:nvPr/>
          </p:nvSpPr>
          <p:spPr>
            <a:xfrm>
              <a:off x="533400" y="1333500"/>
              <a:ext cx="2952750" cy="4591050"/>
            </a:xfrm>
            <a:prstGeom prst="roundRect">
              <a:avLst>
                <a:gd name="adj" fmla="val 2581"/>
              </a:avLst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59631" y="1659731"/>
              <a:ext cx="357187" cy="357187"/>
              <a:chOff x="859631" y="1659731"/>
              <a:chExt cx="357187" cy="3571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99319" y="1699419"/>
                <a:ext cx="277812" cy="277812"/>
              </a:xfrm>
              <a:custGeom>
                <a:avLst/>
                <a:gdLst/>
                <a:ahLst/>
                <a:cxnLst/>
                <a:rect l="l" t="t" r="r" b="b"/>
                <a:pathLst>
                  <a:path w="277812" h="277812">
                    <a:moveTo>
                      <a:pt x="0" y="19844"/>
                    </a:moveTo>
                    <a:cubicBezTo>
                      <a:pt x="0" y="8884"/>
                      <a:pt x="8884" y="0"/>
                      <a:pt x="19844" y="0"/>
                    </a:cubicBezTo>
                    <a:lnTo>
                      <a:pt x="257968" y="0"/>
                    </a:lnTo>
                    <a:cubicBezTo>
                      <a:pt x="268928" y="0"/>
                      <a:pt x="277812" y="8884"/>
                      <a:pt x="277812" y="19844"/>
                    </a:cubicBezTo>
                    <a:lnTo>
                      <a:pt x="277812" y="257968"/>
                    </a:lnTo>
                    <a:cubicBezTo>
                      <a:pt x="277812" y="268928"/>
                      <a:pt x="268928" y="277812"/>
                      <a:pt x="257968" y="277812"/>
                    </a:cubicBezTo>
                    <a:lnTo>
                      <a:pt x="19844" y="277812"/>
                    </a:lnTo>
                    <a:cubicBezTo>
                      <a:pt x="8884" y="277812"/>
                      <a:pt x="0" y="268928"/>
                      <a:pt x="0" y="257968"/>
                    </a:cubicBezTo>
                    <a:lnTo>
                      <a:pt x="0" y="1984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78693" y="1778793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0"/>
                    </a:moveTo>
                    <a:lnTo>
                      <a:pt x="119062" y="0"/>
                    </a:lnTo>
                    <a:lnTo>
                      <a:pt x="119062" y="119062"/>
                    </a:lnTo>
                    <a:lnTo>
                      <a:pt x="0" y="11906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59631" y="179863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59631" y="187801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98537" y="16597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7912" y="16597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0"/>
                    </a:moveTo>
                    <a:lnTo>
                      <a:pt x="0" y="3968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77131" y="1798637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77131" y="1878012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396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7912" y="19772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8537" y="1977231"/>
                <a:ext cx="9525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87">
                    <a:moveTo>
                      <a:pt x="0" y="396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89432" y="2230755"/>
              <a:ext cx="24206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实验室服务器GPU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780" y="2771775"/>
              <a:ext cx="1791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3张NVIDIA GeForce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1836" y="3076575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RTX 3090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780" y="3629025"/>
              <a:ext cx="18278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单卡显存24576 MiB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276725"/>
              <a:ext cx="2095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NVIDIA驱动560.35.03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4924425"/>
              <a:ext cx="17647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驱动CUDA支持上限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4430" y="5229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12.6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48099" y="1333500"/>
            <a:ext cx="3859053" cy="4591050"/>
            <a:chOff x="3848100" y="1333500"/>
            <a:chExt cx="3714750" cy="4591050"/>
          </a:xfrm>
        </p:grpSpPr>
        <p:sp>
          <p:nvSpPr>
            <p:cNvPr id="23" name="Rectangle 23"/>
            <p:cNvSpPr/>
            <p:nvPr/>
          </p:nvSpPr>
          <p:spPr>
            <a:xfrm>
              <a:off x="3848100" y="1333500"/>
              <a:ext cx="3714750" cy="1981200"/>
            </a:xfrm>
            <a:prstGeom prst="roundRect">
              <a:avLst>
                <a:gd name="adj" fmla="val 3846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85082" y="1525905"/>
              <a:ext cx="210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先检查系统GPU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95750" y="1962150"/>
              <a:ext cx="3219450" cy="457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60342" y="2111692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2F80ED"/>
                  </a:solidFill>
                  <a:latin typeface="Consolas"/>
                  <a:ea typeface="Consolas"/>
                  <a:cs typeface="Consolas"/>
                </a:rPr>
                <a:t>nvidia-smi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2242" y="2635568"/>
              <a:ext cx="2442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查看GPU型号、显存、利用率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9892" y="2902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和当前进程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705475" y="34480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F80ED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5629275" y="37147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48100" y="3943350"/>
              <a:ext cx="3714750" cy="19812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85082" y="4135755"/>
              <a:ext cx="2690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再检查PyTorch环境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22242" y="46358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torch.__version__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22242" y="49406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torch.version.cuda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22242" y="524541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torch.cuda.is_available()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22242" y="555021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torch.cuda.get_device_name(0)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924799" y="1333500"/>
            <a:ext cx="3939123" cy="4591050"/>
            <a:chOff x="7924800" y="1333500"/>
            <a:chExt cx="3733800" cy="4591050"/>
          </a:xfrm>
        </p:grpSpPr>
        <p:sp>
          <p:nvSpPr>
            <p:cNvPr id="38" name="Rectangle 38"/>
            <p:cNvSpPr/>
            <p:nvPr/>
          </p:nvSpPr>
          <p:spPr>
            <a:xfrm>
              <a:off x="7924800" y="1333500"/>
              <a:ext cx="3733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FDCE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61782" y="15068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课程候选环境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0" y="1990725"/>
              <a:ext cx="1543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500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PyTorch 2.12.1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7230" y="23336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500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torchvision 0.27.1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7230" y="2676525"/>
              <a:ext cx="1859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CUDA wheel：cu126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24800" y="3409950"/>
              <a:ext cx="3733800" cy="2514600"/>
            </a:xfrm>
            <a:prstGeom prst="roundRect">
              <a:avLst>
                <a:gd name="adj" fmla="val 3030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204369" y="3702069"/>
              <a:ext cx="336200" cy="288840"/>
              <a:chOff x="8204369" y="3702069"/>
              <a:chExt cx="336200" cy="28884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72475" y="3807619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04369" y="3702069"/>
                <a:ext cx="336200" cy="288840"/>
              </a:xfrm>
              <a:custGeom>
                <a:avLst/>
                <a:gdLst/>
                <a:ahLst/>
                <a:cxnLst/>
                <a:rect l="l" t="t" r="r" b="b"/>
                <a:pathLst>
                  <a:path w="336200" h="288840">
                    <a:moveTo>
                      <a:pt x="140820" y="15389"/>
                    </a:moveTo>
                    <a:lnTo>
                      <a:pt x="5703" y="240984"/>
                    </a:lnTo>
                    <a:cubicBezTo>
                      <a:pt x="35" y="250799"/>
                      <a:pt x="0" y="262885"/>
                      <a:pt x="5612" y="272733"/>
                    </a:cubicBezTo>
                    <a:cubicBezTo>
                      <a:pt x="11223" y="282581"/>
                      <a:pt x="21639" y="288712"/>
                      <a:pt x="32973" y="288840"/>
                    </a:cubicBezTo>
                    <a:lnTo>
                      <a:pt x="303240" y="288840"/>
                    </a:lnTo>
                    <a:cubicBezTo>
                      <a:pt x="314569" y="288709"/>
                      <a:pt x="324978" y="282580"/>
                      <a:pt x="330589" y="272738"/>
                    </a:cubicBezTo>
                    <a:cubicBezTo>
                      <a:pt x="336200" y="262895"/>
                      <a:pt x="336169" y="250815"/>
                      <a:pt x="330510" y="241000"/>
                    </a:cubicBezTo>
                    <a:lnTo>
                      <a:pt x="195393" y="15372"/>
                    </a:lnTo>
                    <a:cubicBezTo>
                      <a:pt x="189611" y="5829"/>
                      <a:pt x="179264" y="0"/>
                      <a:pt x="168106" y="0"/>
                    </a:cubicBezTo>
                    <a:cubicBezTo>
                      <a:pt x="156948" y="0"/>
                      <a:pt x="146601" y="5829"/>
                      <a:pt x="140820" y="15372"/>
                    </a:cubicBez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72475" y="3924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67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733282" y="37357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需要理解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7992" y="4254818"/>
              <a:ext cx="2888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nvidia-smi能看到GPU，不代表当前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22261" y="4521518"/>
              <a:ext cx="1975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PyTorch一定能使用GPU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17992" y="4997768"/>
              <a:ext cx="2455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CUDA Version是驱动支持上限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17992" y="5359718"/>
              <a:ext cx="16481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PyTorch运行时通过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46152" y="56073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Consolas"/>
                  <a:ea typeface="Microsoft YaHei"/>
                  <a:cs typeface="Consolas"/>
                </a:rPr>
                <a:t>torch.version.cuda检查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6228B50-E81E-BBFD-B670-B890A212D81B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7FDC81AB-FBC6-8FCA-1B44-A01893397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0B06CC35-A5CE-E46F-4D53-BBEB1218CC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AA61CD47-7106-5D98-F472-A3AE47F079D6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7738F58F-9AF8-CA76-EFC7-F4C88369319A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4AD0BDD4-A007-5878-3D4F-2AAC53EE6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B4F858F5-F6C4-97A4-A506-77E3F27026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BDF4B0AD-058C-F0CF-A859-E7F0AC5702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7E29B133-AE9C-BBBB-A8F6-C143D9FA25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5DDD0E1B-27F3-5BD0-57FC-BDCB82DD879B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9CFFE3F7-F6D3-5615-A830-E98B63D04A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1A5B0931-4838-87A1-FCB8-07AFF54CF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C1838410-3A01-FC42-4DD2-EAF9B31B42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9C3AE4E3-4B1A-FB32-C9D3-3830ED53773F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30F0343C-2B34-0D40-2CA1-431A9551F5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E47DFC9F-C495-5EB8-E4CA-43CFD4B93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8F5854CA-E60C-9BF5-EEAC-FA8C1AE8BA8D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8B322C01-16F7-8C7D-C52F-33687B27F7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EDF37016-A5EB-DCC7-B5FA-0C2B0F70EC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599843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01 暂时不能连接服务器怎么办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1208" y="1055370"/>
            <a:ext cx="31249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F80ED"/>
                </a:solidFill>
                <a:latin typeface="Arial"/>
                <a:ea typeface="Microsoft YaHei"/>
                <a:cs typeface="Arial"/>
              </a:rPr>
              <a:t>先完成本地CPU环境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4350" y="1870710"/>
            <a:ext cx="3448641" cy="2678988"/>
            <a:chOff x="514350" y="1870710"/>
            <a:chExt cx="2985449" cy="2135124"/>
          </a:xfrm>
        </p:grpSpPr>
        <p:sp>
          <p:nvSpPr>
            <p:cNvPr id="4" name="TextBox 4"/>
            <p:cNvSpPr txBox="1"/>
            <p:nvPr/>
          </p:nvSpPr>
          <p:spPr>
            <a:xfrm>
              <a:off x="514350" y="1870710"/>
              <a:ext cx="13240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NOW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8556" y="2663190"/>
              <a:ext cx="2861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安装Windows版Miniconda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8556" y="315849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创建lesson03独立环境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8556" y="3653790"/>
              <a:ext cx="21362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8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安装CPU版PyTorch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95750" y="1790700"/>
            <a:ext cx="7562850" cy="2190750"/>
            <a:chOff x="4095750" y="1790700"/>
            <a:chExt cx="7562850" cy="2190750"/>
          </a:xfrm>
        </p:grpSpPr>
        <p:sp>
          <p:nvSpPr>
            <p:cNvPr id="9" name="Rectangle 9"/>
            <p:cNvSpPr/>
            <p:nvPr/>
          </p:nvSpPr>
          <p:spPr>
            <a:xfrm>
              <a:off x="4095750" y="1790700"/>
              <a:ext cx="7562850" cy="2190750"/>
            </a:xfrm>
            <a:prstGeom prst="roundRect">
              <a:avLst>
                <a:gd name="adj" fmla="val 3478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34256" y="1996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环境命令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07992" y="242601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conda create -n lesson03 python=3.10 -y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7992" y="276891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conda activate lesson03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343400" y="3124200"/>
              <a:ext cx="7067550" cy="9525"/>
            </a:xfrm>
            <a:custGeom>
              <a:avLst/>
              <a:gdLst/>
              <a:ahLst/>
              <a:cxnLst/>
              <a:rect l="l" t="t" r="r" b="b"/>
              <a:pathLst>
                <a:path w="7067550" h="9525">
                  <a:moveTo>
                    <a:pt x="0" y="0"/>
                  </a:moveTo>
                  <a:lnTo>
                    <a:pt x="7067550" y="0"/>
                  </a:lnTo>
                </a:path>
              </a:pathLst>
            </a:custGeom>
            <a:noFill/>
            <a:ln w="9525">
              <a:solidFill>
                <a:srgbClr val="7B8D9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34256" y="3291840"/>
              <a:ext cx="1718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CPU版PyTorch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5916" y="3315652"/>
              <a:ext cx="346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-m pip install torch torchvision torchaudio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4516" y="3601402"/>
              <a:ext cx="3622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--index-url https://download.pytorch.org/whl/cpu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85082" y="4364355"/>
            <a:ext cx="2506123" cy="1487996"/>
            <a:chOff x="4085082" y="4364355"/>
            <a:chExt cx="2506123" cy="1487996"/>
          </a:xfrm>
        </p:grpSpPr>
        <p:sp>
          <p:nvSpPr>
            <p:cNvPr id="18" name="TextBox 18"/>
            <p:cNvSpPr txBox="1"/>
            <p:nvPr/>
          </p:nvSpPr>
          <p:spPr>
            <a:xfrm>
              <a:off x="4085082" y="4364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检查结果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9580" y="4867275"/>
              <a:ext cx="2036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PyTorch能够正常导入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0342" y="530256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torch.cuda.is_available()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9428" y="5588318"/>
              <a:ext cx="895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输出 False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99832" y="4364355"/>
            <a:ext cx="3488436" cy="1596390"/>
            <a:chOff x="7799832" y="4364355"/>
            <a:chExt cx="3488436" cy="1596390"/>
          </a:xfrm>
        </p:grpSpPr>
        <p:sp>
          <p:nvSpPr>
            <p:cNvPr id="23" name="TextBox 23"/>
            <p:cNvSpPr txBox="1"/>
            <p:nvPr/>
          </p:nvSpPr>
          <p:spPr>
            <a:xfrm>
              <a:off x="7799832" y="4364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E59B35"/>
                  </a:solidFill>
                  <a:latin typeface="Arial"/>
                  <a:ea typeface="Microsoft YaHei"/>
                  <a:cs typeface="Arial"/>
                </a:rPr>
                <a:t>注意事项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4330" y="4867275"/>
              <a:ext cx="2953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输出False是CPU环境的正常结果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74330" y="5267325"/>
              <a:ext cx="3313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不要求安装CUDA、cuDNN或模拟GPU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4330" y="5667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具备校园网条件时再补服务器连接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E67526C-EB53-3752-C046-92B918E2A565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6D8AEA13-EC16-3F3A-AFC6-267935C3A7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ED4EFDE3-3719-F158-E633-F839462807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8DE60C3F-EB57-C7BD-C5E1-B5161D08963A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9DBBDAB1-6CFC-B407-C797-69E5FC3C6319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809B107C-D0B0-C837-B986-99E1FFF061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7B24CB77-EA47-A912-B549-3161DB914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67A24530-8CBC-3CBA-7399-007C5280AD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2352B6B-DE08-9632-CEDC-7606491C50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D4A3E750-3CAC-1CCD-248A-BD70F648D83C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60BB2F10-247A-888D-3D05-662E9A23C1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CB9C1D65-78D9-70DB-E693-5AC4268D8F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69EF6709-5D8D-095F-3463-A29A7702CD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8DAA73A3-114E-044B-39EC-7F64FDC5E9B1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A68A9261-4AC5-5EC8-4E33-69D3C2A123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3FC75947-0DF6-C441-E022-AC123EA5C8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1A4EAB8C-2181-EB56-BDD9-E7E3446DBEB5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21">
              <a:extLst>
                <a:ext uri="{FF2B5EF4-FFF2-40B4-BE49-F238E27FC236}">
                  <a16:creationId xmlns:a16="http://schemas.microsoft.com/office/drawing/2014/main" id="{5DA3CA66-6A0B-C037-D271-835594A7D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22">
              <a:extLst>
                <a:ext uri="{FF2B5EF4-FFF2-40B4-BE49-F238E27FC236}">
                  <a16:creationId xmlns:a16="http://schemas.microsoft.com/office/drawing/2014/main" id="{406A2BA5-5849-B55F-64E4-F6B17A069D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722036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02 AutoDL：使用官方镜像快速开机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33400" y="1352550"/>
            <a:ext cx="2907690" cy="3276600"/>
            <a:chOff x="533400" y="1352550"/>
            <a:chExt cx="2667000" cy="3276600"/>
          </a:xfrm>
        </p:grpSpPr>
        <p:sp>
          <p:nvSpPr>
            <p:cNvPr id="3" name="Rectangle 3"/>
            <p:cNvSpPr/>
            <p:nvPr/>
          </p:nvSpPr>
          <p:spPr>
            <a:xfrm>
              <a:off x="533400" y="1352550"/>
              <a:ext cx="2667000" cy="3276600"/>
            </a:xfrm>
            <a:prstGeom prst="roundRect">
              <a:avLst>
                <a:gd name="adj" fmla="val 2857"/>
              </a:avLst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41375" y="1674765"/>
              <a:ext cx="412751" cy="377874"/>
              <a:chOff x="841375" y="1674765"/>
              <a:chExt cx="412751" cy="37787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41375" y="1674765"/>
                <a:ext cx="412751" cy="274768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74768">
                    <a:moveTo>
                      <a:pt x="96109" y="274686"/>
                    </a:moveTo>
                    <a:cubicBezTo>
                      <a:pt x="43029" y="274686"/>
                      <a:pt x="0" y="233266"/>
                      <a:pt x="0" y="182167"/>
                    </a:cubicBezTo>
                    <a:cubicBezTo>
                      <a:pt x="0" y="131090"/>
                      <a:pt x="43029" y="89670"/>
                      <a:pt x="96109" y="89670"/>
                    </a:cubicBezTo>
                    <a:cubicBezTo>
                      <a:pt x="104220" y="53307"/>
                      <a:pt x="133133" y="23630"/>
                      <a:pt x="171952" y="11805"/>
                    </a:cubicBezTo>
                    <a:cubicBezTo>
                      <a:pt x="210750" y="0"/>
                      <a:pt x="253594" y="7822"/>
                      <a:pt x="284303" y="32442"/>
                    </a:cubicBezTo>
                    <a:cubicBezTo>
                      <a:pt x="315011" y="57001"/>
                      <a:pt x="328921" y="94499"/>
                      <a:pt x="320831" y="130863"/>
                    </a:cubicBezTo>
                    <a:lnTo>
                      <a:pt x="341262" y="130863"/>
                    </a:lnTo>
                    <a:cubicBezTo>
                      <a:pt x="380742" y="130863"/>
                      <a:pt x="412751" y="163057"/>
                      <a:pt x="412751" y="202805"/>
                    </a:cubicBezTo>
                    <a:cubicBezTo>
                      <a:pt x="412751" y="242574"/>
                      <a:pt x="380742" y="274768"/>
                      <a:pt x="341242" y="274768"/>
                    </a:cubicBezTo>
                    <a:lnTo>
                      <a:pt x="96109" y="27476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47750" y="1949451"/>
                <a:ext cx="9525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8">
                    <a:moveTo>
                      <a:pt x="0" y="0"/>
                    </a:moveTo>
                    <a:lnTo>
                      <a:pt x="0" y="1031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0301" y="1949451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0" y="0"/>
                    </a:moveTo>
                    <a:lnTo>
                      <a:pt x="0" y="82550"/>
                    </a:lnTo>
                    <a:cubicBezTo>
                      <a:pt x="0" y="93948"/>
                      <a:pt x="9240" y="103188"/>
                      <a:pt x="20638" y="103188"/>
                    </a:cubicBezTo>
                    <a:lnTo>
                      <a:pt x="103188" y="1031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62013" y="1949451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103188" y="0"/>
                    </a:moveTo>
                    <a:lnTo>
                      <a:pt x="103188" y="82550"/>
                    </a:lnTo>
                    <a:cubicBezTo>
                      <a:pt x="103188" y="93948"/>
                      <a:pt x="93948" y="103188"/>
                      <a:pt x="82550" y="103188"/>
                    </a:cubicBezTo>
                    <a:lnTo>
                      <a:pt x="0" y="1031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91718" y="2298382"/>
              <a:ext cx="22471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什么时候使用AutoDL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392" y="2921318"/>
              <a:ext cx="1674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实验室GPU暂时不足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392" y="3549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需要独立环境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392" y="4178618"/>
              <a:ext cx="1482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需要特定型号GPU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91306" y="1524000"/>
            <a:ext cx="8067294" cy="3490151"/>
            <a:chOff x="3591306" y="1524000"/>
            <a:chExt cx="8067294" cy="3490151"/>
          </a:xfrm>
        </p:grpSpPr>
        <p:sp>
          <p:nvSpPr>
            <p:cNvPr id="14" name="Freeform 14"/>
            <p:cNvSpPr/>
            <p:nvPr/>
          </p:nvSpPr>
          <p:spPr>
            <a:xfrm>
              <a:off x="3981450" y="17335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FDCE2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771900" y="1524000"/>
              <a:ext cx="419100" cy="4191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068050" y="1524000"/>
              <a:ext cx="419100" cy="419100"/>
            </a:xfrm>
            <a:prstGeom prst="ellipse">
              <a:avLst/>
            </a:prstGeom>
            <a:solidFill>
              <a:srgbClr val="E59B3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22115" y="16640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18265" y="16640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1306" y="2091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创建实例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65042" y="2502218"/>
              <a:ext cx="2826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查看GPU型号、显存、地区和价格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65042" y="2864168"/>
              <a:ext cx="2940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选择带完整PyTorch环境的官方镜像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65042" y="32261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确认系统盘、数据盘和计费方式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7056" y="20916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开机后检查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0792" y="2502218"/>
              <a:ext cx="1943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打开JupyterLab或终端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0792" y="2864168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运行nvidia-smi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0792" y="3226118"/>
              <a:ext cx="2162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检查PyTorch能否使用GPU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600450" y="3695700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91306" y="3958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保存结果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65042" y="43881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保存重要代码、日志和结果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7056" y="3958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使用结束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0792" y="4388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返回实例列表关机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0792" y="47501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确认实例状态和计费是否停止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010150"/>
            <a:ext cx="11125200" cy="1200150"/>
            <a:chOff x="533400" y="5010150"/>
            <a:chExt cx="11125200" cy="1200150"/>
          </a:xfrm>
        </p:grpSpPr>
        <p:sp>
          <p:nvSpPr>
            <p:cNvPr id="34" name="Rectangle 34"/>
            <p:cNvSpPr/>
            <p:nvPr/>
          </p:nvSpPr>
          <p:spPr>
            <a:xfrm>
              <a:off x="533400" y="5010150"/>
              <a:ext cx="11125200" cy="1200150"/>
            </a:xfrm>
            <a:prstGeom prst="roundRect">
              <a:avLst>
                <a:gd name="adj" fmla="val 6349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14489" y="5399636"/>
              <a:ext cx="352208" cy="302593"/>
              <a:chOff x="814489" y="5399636"/>
              <a:chExt cx="352208" cy="30259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90600" y="5510212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4489" y="5399636"/>
                <a:ext cx="352208" cy="302593"/>
              </a:xfrm>
              <a:custGeom>
                <a:avLst/>
                <a:gdLst/>
                <a:ahLst/>
                <a:cxnLst/>
                <a:rect l="l" t="t" r="r" b="b"/>
                <a:pathLst>
                  <a:path w="352208" h="302593">
                    <a:moveTo>
                      <a:pt x="147525" y="16122"/>
                    </a:moveTo>
                    <a:lnTo>
                      <a:pt x="5974" y="252459"/>
                    </a:lnTo>
                    <a:cubicBezTo>
                      <a:pt x="36" y="262742"/>
                      <a:pt x="0" y="275403"/>
                      <a:pt x="5879" y="285720"/>
                    </a:cubicBezTo>
                    <a:cubicBezTo>
                      <a:pt x="11758" y="296037"/>
                      <a:pt x="22669" y="302460"/>
                      <a:pt x="34543" y="302593"/>
                    </a:cubicBezTo>
                    <a:lnTo>
                      <a:pt x="317679" y="302593"/>
                    </a:lnTo>
                    <a:cubicBezTo>
                      <a:pt x="329547" y="302457"/>
                      <a:pt x="340453" y="296036"/>
                      <a:pt x="346331" y="285725"/>
                    </a:cubicBezTo>
                    <a:cubicBezTo>
                      <a:pt x="352208" y="275413"/>
                      <a:pt x="352177" y="262758"/>
                      <a:pt x="346248" y="252476"/>
                    </a:cubicBezTo>
                    <a:lnTo>
                      <a:pt x="204697" y="16104"/>
                    </a:lnTo>
                    <a:cubicBezTo>
                      <a:pt x="198640" y="6107"/>
                      <a:pt x="187800" y="0"/>
                      <a:pt x="176111" y="0"/>
                    </a:cubicBezTo>
                    <a:cubicBezTo>
                      <a:pt x="164422" y="0"/>
                      <a:pt x="153582" y="6107"/>
                      <a:pt x="147525" y="16104"/>
                    </a:cubicBez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90600" y="5632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19050">
                <a:solidFill>
                  <a:srgbClr val="E59B35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400556" y="533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注意事项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93542" y="5264468"/>
              <a:ext cx="3294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不重复安装Miniconda、CUDA和PyTorch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93542" y="56264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不把重要文件只保存在临时系统盘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41692" y="5454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关机、释放实例和数据保留不是同一件事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4CFC3DB-E813-751A-5A12-43164EE23BB6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B261853F-3CB8-977F-82D8-34EE101E8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B5A2B296-D09C-E203-6681-D84C74C221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44A83C58-5A14-D0D3-D8D0-DCF819789A58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B73FA878-4B8A-CC2D-6387-7367BA4313D9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25D03BB8-7936-22E7-5718-798349341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3CA10595-E9A3-6099-86F6-0728ADE61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14116E90-61E5-21E2-9BBC-E3114AD3A3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4F2DB1AE-1B05-706B-21A3-5276978FA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359F21B6-268A-46B5-14DA-C8A33AAA3F31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316E09C0-ABC7-5E4D-EB16-6C53ECD2C6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4B2E263C-5594-C038-FF7F-C3087ECC9B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D4540569-7808-7683-08EE-82160D53D3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BBF852CD-FE3C-D8E8-9F0B-70289D793A0B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4D41271C-9FE4-96A8-F4F2-5B6D8D101F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49AABA24-71CC-3CC5-05EA-DC50A10BF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B99C0662-5927-94D5-579D-7DBF4C72B8C7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7B7A8D10-01DD-C02A-B6B4-20C2502EF4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40D39162-F722-DBB4-8A52-03E28E6F5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81919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02 NAS共享文件夹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33400" y="1314450"/>
            <a:ext cx="3276600" cy="3486150"/>
            <a:chOff x="533400" y="1314450"/>
            <a:chExt cx="3276600" cy="3486150"/>
          </a:xfrm>
        </p:grpSpPr>
        <p:sp>
          <p:nvSpPr>
            <p:cNvPr id="3" name="Rectangle 3"/>
            <p:cNvSpPr/>
            <p:nvPr/>
          </p:nvSpPr>
          <p:spPr>
            <a:xfrm>
              <a:off x="533400" y="1314450"/>
              <a:ext cx="3276600" cy="3486150"/>
            </a:xfrm>
            <a:prstGeom prst="roundRect">
              <a:avLst>
                <a:gd name="adj" fmla="val 2326"/>
              </a:avLst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876300" y="1619250"/>
              <a:ext cx="304800" cy="342900"/>
              <a:chOff x="876300" y="1619250"/>
              <a:chExt cx="304800" cy="3429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76300" y="16192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16764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17907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789432" y="21355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访问地址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9630" y="263842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http://10.242.0.50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880" y="3019425"/>
              <a:ext cx="2074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使用个人NAS账号登录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00100" y="34671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rgbClr val="7B8D9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432" y="36595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课程资料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642" y="4140518"/>
              <a:ext cx="1545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进入SharedFolder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4445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找到第三课课程材料并下载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85082" y="1411605"/>
            <a:ext cx="3502208" cy="3392996"/>
            <a:chOff x="4085082" y="1411605"/>
            <a:chExt cx="2833878" cy="3392996"/>
          </a:xfrm>
        </p:grpSpPr>
        <p:sp>
          <p:nvSpPr>
            <p:cNvPr id="16" name="TextBox 16"/>
            <p:cNvSpPr txBox="1"/>
            <p:nvPr/>
          </p:nvSpPr>
          <p:spPr>
            <a:xfrm>
              <a:off x="4085082" y="14116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公共文件注意事项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8630" y="1990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不随意删除、移动、覆盖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5549" y="2257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或改名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8630" y="28670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不在共享根目录散放个人文件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8630" y="3533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不确定能否修改时，默认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0020" y="3800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先下载副本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9392" y="4273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下载后在服务器个人目录中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55242" y="4540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解压和运行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86700" y="1314450"/>
            <a:ext cx="3771900" cy="3486150"/>
            <a:chOff x="7886700" y="1314450"/>
            <a:chExt cx="3771900" cy="3486150"/>
          </a:xfrm>
        </p:grpSpPr>
        <p:sp>
          <p:nvSpPr>
            <p:cNvPr id="25" name="Rectangle 25"/>
            <p:cNvSpPr/>
            <p:nvPr/>
          </p:nvSpPr>
          <p:spPr>
            <a:xfrm>
              <a:off x="7886700" y="1314450"/>
              <a:ext cx="3771900" cy="3486150"/>
            </a:xfrm>
            <a:prstGeom prst="roundRect">
              <a:avLst>
                <a:gd name="adj" fmla="val 2186"/>
              </a:avLst>
            </a:prstGeom>
            <a:solidFill>
              <a:srgbClr val="FFFFFF"/>
            </a:solidFill>
            <a:ln w="19050">
              <a:solidFill>
                <a:srgbClr val="C55245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181516" y="1597819"/>
              <a:ext cx="343819" cy="328613"/>
              <a:chOff x="8181516" y="1597819"/>
              <a:chExt cx="343819" cy="32861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181516" y="1597819"/>
                <a:ext cx="343819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43819" h="328613">
                    <a:moveTo>
                      <a:pt x="171909" y="0"/>
                    </a:moveTo>
                    <a:cubicBezTo>
                      <a:pt x="214553" y="37728"/>
                      <a:pt x="270210" y="57372"/>
                      <a:pt x="327088" y="54769"/>
                    </a:cubicBezTo>
                    <a:cubicBezTo>
                      <a:pt x="343819" y="111683"/>
                      <a:pt x="336753" y="172950"/>
                      <a:pt x="307506" y="224562"/>
                    </a:cubicBezTo>
                    <a:cubicBezTo>
                      <a:pt x="278259" y="276174"/>
                      <a:pt x="229332" y="313719"/>
                      <a:pt x="171909" y="328613"/>
                    </a:cubicBezTo>
                    <a:cubicBezTo>
                      <a:pt x="114487" y="313719"/>
                      <a:pt x="65559" y="276174"/>
                      <a:pt x="36312" y="224562"/>
                    </a:cubicBezTo>
                    <a:cubicBezTo>
                      <a:pt x="7066" y="172950"/>
                      <a:pt x="0" y="111683"/>
                      <a:pt x="16731" y="54769"/>
                    </a:cubicBezTo>
                    <a:cubicBezTo>
                      <a:pt x="73609" y="57372"/>
                      <a:pt x="129266" y="37728"/>
                      <a:pt x="171909" y="0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35169" y="1725613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53425" y="1762125"/>
                <a:ext cx="9525" cy="4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641">
                    <a:moveTo>
                      <a:pt x="0" y="0"/>
                    </a:moveTo>
                    <a:lnTo>
                      <a:pt x="0" y="45641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714232" y="16211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不应上传的内容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7230" y="2276475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500" dirty="0">
                  <a:solidFill>
                    <a:srgbClr val="17222B"/>
                  </a:solidFill>
                  <a:latin typeface="Arial"/>
                  <a:ea typeface="Arial"/>
                  <a:cs typeface="Arial"/>
                </a:rPr>
                <a:t>Token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7230" y="2867025"/>
              <a:ext cx="1434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密码和SSH私钥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7230" y="34575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含敏感信息的配置文件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7230" y="4048125"/>
              <a:ext cx="1893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大量无用Checkpoint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8862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和重复数据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5162550"/>
            <a:ext cx="11125200" cy="1047750"/>
            <a:chOff x="533400" y="5162550"/>
            <a:chExt cx="111252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533400" y="5162550"/>
              <a:ext cx="11125200" cy="1047750"/>
            </a:xfrm>
            <a:prstGeom prst="roundRect">
              <a:avLst>
                <a:gd name="adj" fmla="val 7273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729" y="5525006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使用边界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92536" y="5557391"/>
              <a:ext cx="3354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NAS用于数据、模型和长期共享材料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2986" y="5557391"/>
              <a:ext cx="2540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NAS不替代Git代码版本管理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93386" y="5557391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公共电脑后退出账号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6A5EF18-1167-6407-9272-DC8C7BFD1AA4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5FDE2346-F012-0700-4920-F11DC924E5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ABA2A0A5-AEEC-DD5B-E8ED-0970C47EEF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BE6AF7BF-B8DD-66EE-0DF5-DB5AD8BE1813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769984D-6098-3E8A-817F-9DFCF20D411B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9E88100E-5BE7-10F7-5237-8FF99053E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4ADE2F23-F31F-E7C8-D67C-05BDCDAAE4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A5D9A33C-6B1D-C331-A757-39AF42392C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26257015-80C6-1824-5238-E22EA259A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890B24DD-890D-0389-F8DD-67B688F676DB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166A9127-52C0-98AA-FE6D-157183D98E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57B7C20C-C748-A1AC-65BB-025AFB42DB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08901E-97BF-B99D-0480-4C2275E72F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A26F0181-D811-989D-8C17-C5F84858FF75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B0695671-5326-7DB7-A658-D5241BD28F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26006BB2-1A9B-0F0C-7DFF-1D74EB582F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3BD57469-41BC-DD98-BBF5-75D1F72D286B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FAC025E6-26AE-1062-2B16-3CD71F8EC4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98DBE62-0347-3222-F93E-D66460C57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50528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03 智能体Token使用规范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066081" y="2400300"/>
            <a:ext cx="2059838" cy="2057400"/>
            <a:chOff x="5066081" y="2400300"/>
            <a:chExt cx="2059838" cy="2057400"/>
          </a:xfrm>
        </p:grpSpPr>
        <p:sp>
          <p:nvSpPr>
            <p:cNvPr id="3" name="Ellipse 3"/>
            <p:cNvSpPr/>
            <p:nvPr/>
          </p:nvSpPr>
          <p:spPr>
            <a:xfrm>
              <a:off x="5067300" y="2400300"/>
              <a:ext cx="2057400" cy="2057400"/>
            </a:xfrm>
            <a:prstGeom prst="ellipse">
              <a:avLst/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5867400" y="2857505"/>
              <a:ext cx="457196" cy="457196"/>
              <a:chOff x="5867400" y="2857505"/>
              <a:chExt cx="457196" cy="45719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67400" y="2857505"/>
                <a:ext cx="457196" cy="457196"/>
              </a:xfrm>
              <a:custGeom>
                <a:avLst/>
                <a:gdLst/>
                <a:ahLst/>
                <a:cxnLst/>
                <a:rect l="l" t="t" r="r" b="b"/>
                <a:pathLst>
                  <a:path w="457196" h="457196">
                    <a:moveTo>
                      <a:pt x="344297" y="21407"/>
                    </a:moveTo>
                    <a:lnTo>
                      <a:pt x="435788" y="112898"/>
                    </a:lnTo>
                    <a:cubicBezTo>
                      <a:pt x="449495" y="126603"/>
                      <a:pt x="457196" y="145192"/>
                      <a:pt x="457196" y="164575"/>
                    </a:cubicBezTo>
                    <a:cubicBezTo>
                      <a:pt x="457196" y="183957"/>
                      <a:pt x="449495" y="202546"/>
                      <a:pt x="435788" y="216251"/>
                    </a:cubicBezTo>
                    <a:lnTo>
                      <a:pt x="368656" y="283383"/>
                    </a:lnTo>
                    <a:cubicBezTo>
                      <a:pt x="354951" y="297090"/>
                      <a:pt x="336363" y="304791"/>
                      <a:pt x="316980" y="304791"/>
                    </a:cubicBezTo>
                    <a:cubicBezTo>
                      <a:pt x="297597" y="304791"/>
                      <a:pt x="279008" y="297090"/>
                      <a:pt x="265303" y="283383"/>
                    </a:cubicBezTo>
                    <a:lnTo>
                      <a:pt x="257658" y="275738"/>
                    </a:lnTo>
                    <a:lnTo>
                      <a:pt x="91085" y="442311"/>
                    </a:lnTo>
                    <a:cubicBezTo>
                      <a:pt x="82645" y="450750"/>
                      <a:pt x="71503" y="455948"/>
                      <a:pt x="59614" y="456992"/>
                    </a:cubicBezTo>
                    <a:lnTo>
                      <a:pt x="55169" y="457196"/>
                    </a:lnTo>
                    <a:lnTo>
                      <a:pt x="25400" y="457196"/>
                    </a:lnTo>
                    <a:cubicBezTo>
                      <a:pt x="12523" y="457194"/>
                      <a:pt x="1684" y="447556"/>
                      <a:pt x="178" y="434767"/>
                    </a:cubicBezTo>
                    <a:lnTo>
                      <a:pt x="0" y="431796"/>
                    </a:lnTo>
                    <a:lnTo>
                      <a:pt x="0" y="402027"/>
                    </a:lnTo>
                    <a:cubicBezTo>
                      <a:pt x="3" y="390100"/>
                      <a:pt x="4202" y="378555"/>
                      <a:pt x="11862" y="369413"/>
                    </a:cubicBezTo>
                    <a:lnTo>
                      <a:pt x="14884" y="366111"/>
                    </a:lnTo>
                    <a:lnTo>
                      <a:pt x="25400" y="355596"/>
                    </a:lnTo>
                    <a:lnTo>
                      <a:pt x="76200" y="355596"/>
                    </a:lnTo>
                    <a:lnTo>
                      <a:pt x="76200" y="304795"/>
                    </a:lnTo>
                    <a:lnTo>
                      <a:pt x="127000" y="304795"/>
                    </a:lnTo>
                    <a:lnTo>
                      <a:pt x="127000" y="253995"/>
                    </a:lnTo>
                    <a:lnTo>
                      <a:pt x="181458" y="199538"/>
                    </a:lnTo>
                    <a:lnTo>
                      <a:pt x="173812" y="191892"/>
                    </a:lnTo>
                    <a:cubicBezTo>
                      <a:pt x="160106" y="178188"/>
                      <a:pt x="152405" y="159599"/>
                      <a:pt x="152405" y="140216"/>
                    </a:cubicBezTo>
                    <a:cubicBezTo>
                      <a:pt x="152405" y="120833"/>
                      <a:pt x="160106" y="102244"/>
                      <a:pt x="173812" y="88540"/>
                    </a:cubicBezTo>
                    <a:lnTo>
                      <a:pt x="240945" y="21407"/>
                    </a:lnTo>
                    <a:cubicBezTo>
                      <a:pt x="254649" y="7701"/>
                      <a:pt x="273238" y="0"/>
                      <a:pt x="292621" y="0"/>
                    </a:cubicBezTo>
                    <a:cubicBezTo>
                      <a:pt x="312004" y="0"/>
                      <a:pt x="330593" y="7701"/>
                      <a:pt x="344297" y="2140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172200" y="3009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5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5066081" y="34556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个人访问凭证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71884" y="382387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统一中转站提供模型访问能力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3790950" y="2286000"/>
            <a:ext cx="1352550" cy="647700"/>
          </a:xfrm>
          <a:custGeom>
            <a:avLst/>
            <a:gdLst/>
            <a:ahLst/>
            <a:cxnLst/>
            <a:rect l="l" t="t" r="r" b="b"/>
            <a:pathLst>
              <a:path w="1352550" h="647700">
                <a:moveTo>
                  <a:pt x="1352550" y="64770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FDCE2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7048500" y="2286000"/>
            <a:ext cx="1352550" cy="647700"/>
          </a:xfrm>
          <a:custGeom>
            <a:avLst/>
            <a:gdLst/>
            <a:ahLst/>
            <a:cxnLst/>
            <a:rect l="l" t="t" r="r" b="b"/>
            <a:pathLst>
              <a:path w="1352550" h="647700">
                <a:moveTo>
                  <a:pt x="0" y="647700"/>
                </a:moveTo>
                <a:lnTo>
                  <a:pt x="13525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FDCE2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3790950" y="3924300"/>
            <a:ext cx="1352550" cy="762000"/>
          </a:xfrm>
          <a:custGeom>
            <a:avLst/>
            <a:gdLst/>
            <a:ahLst/>
            <a:cxnLst/>
            <a:rect l="l" t="t" r="r" b="b"/>
            <a:pathLst>
              <a:path w="1352550" h="762000">
                <a:moveTo>
                  <a:pt x="1352550" y="0"/>
                </a:moveTo>
                <a:lnTo>
                  <a:pt x="0" y="762000"/>
                </a:lnTo>
              </a:path>
            </a:pathLst>
          </a:custGeom>
          <a:solidFill>
            <a:srgbClr val="000000"/>
          </a:solidFill>
          <a:ln w="19050">
            <a:solidFill>
              <a:srgbClr val="CFDCE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048500" y="3924300"/>
            <a:ext cx="1352550" cy="762000"/>
          </a:xfrm>
          <a:custGeom>
            <a:avLst/>
            <a:gdLst/>
            <a:ahLst/>
            <a:cxnLst/>
            <a:rect l="l" t="t" r="r" b="b"/>
            <a:pathLst>
              <a:path w="1352550" h="762000">
                <a:moveTo>
                  <a:pt x="0" y="0"/>
                </a:moveTo>
                <a:lnTo>
                  <a:pt x="1352550" y="762000"/>
                </a:lnTo>
              </a:path>
            </a:pathLst>
          </a:custGeom>
          <a:solidFill>
            <a:srgbClr val="000000"/>
          </a:solidFill>
          <a:ln w="19050">
            <a:solidFill>
              <a:srgbClr val="CFDCE2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22732" y="1449705"/>
            <a:ext cx="3237738" cy="1253490"/>
            <a:chOff x="522732" y="1449705"/>
            <a:chExt cx="3237738" cy="1253490"/>
          </a:xfrm>
        </p:grpSpPr>
        <p:sp>
          <p:nvSpPr>
            <p:cNvPr id="14" name="TextBox 14"/>
            <p:cNvSpPr txBox="1"/>
            <p:nvPr/>
          </p:nvSpPr>
          <p:spPr>
            <a:xfrm>
              <a:off x="522732" y="14497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2F80ED"/>
                  </a:solidFill>
                  <a:latin typeface="Arial"/>
                  <a:ea typeface="Microsoft YaHei"/>
                  <a:cs typeface="Arial"/>
                </a:rPr>
                <a:t>仅供本人科研学习使用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280" y="1971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不得外传、转借、出售或公开共享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6280" y="2409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不用于无关的大规模调用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61782" y="1449705"/>
            <a:ext cx="3548657" cy="1844040"/>
            <a:chOff x="8161782" y="1449705"/>
            <a:chExt cx="3548657" cy="1844040"/>
          </a:xfrm>
        </p:grpSpPr>
        <p:sp>
          <p:nvSpPr>
            <p:cNvPr id="18" name="TextBox 18"/>
            <p:cNvSpPr txBox="1"/>
            <p:nvPr/>
          </p:nvSpPr>
          <p:spPr>
            <a:xfrm>
              <a:off x="8161782" y="1449705"/>
              <a:ext cx="35486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不要把Token放在这些位置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5330" y="1971675"/>
              <a:ext cx="714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Git仓库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5330" y="2314575"/>
              <a:ext cx="1220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NAS公共目录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5330" y="2657475"/>
              <a:ext cx="1520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Notebook和代码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5330" y="30003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截图、群聊和公开文档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2732" y="4497705"/>
            <a:ext cx="4045458" cy="1844040"/>
            <a:chOff x="522732" y="4497705"/>
            <a:chExt cx="4045458" cy="1844040"/>
          </a:xfrm>
        </p:grpSpPr>
        <p:sp>
          <p:nvSpPr>
            <p:cNvPr id="24" name="TextBox 24"/>
            <p:cNvSpPr txBox="1"/>
            <p:nvPr/>
          </p:nvSpPr>
          <p:spPr>
            <a:xfrm>
              <a:off x="522732" y="44977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E59B35"/>
                  </a:solidFill>
                  <a:latin typeface="Arial"/>
                  <a:ea typeface="Microsoft YaHei"/>
                  <a:cs typeface="Arial"/>
                </a:rPr>
                <a:t>并发与等待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6280" y="5019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中转站并发数较少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6280" y="5362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高峰期需要等待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6280" y="5705475"/>
              <a:ext cx="2618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请求失败不一定是Token失效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6280" y="6048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不连续刷新、无限重试或同时启动大量请求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62900" y="4400550"/>
            <a:ext cx="3695700" cy="1839672"/>
            <a:chOff x="7962900" y="4400550"/>
            <a:chExt cx="3695700" cy="1839672"/>
          </a:xfrm>
        </p:grpSpPr>
        <p:sp>
          <p:nvSpPr>
            <p:cNvPr id="30" name="Rectangle 30"/>
            <p:cNvSpPr/>
            <p:nvPr/>
          </p:nvSpPr>
          <p:spPr>
            <a:xfrm>
              <a:off x="7962900" y="4400550"/>
              <a:ext cx="3695700" cy="1839672"/>
            </a:xfrm>
            <a:prstGeom prst="roundRect">
              <a:avLst>
                <a:gd name="adj" fmla="val 5063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204369" y="4730769"/>
              <a:ext cx="336200" cy="288840"/>
              <a:chOff x="8204369" y="4730769"/>
              <a:chExt cx="336200" cy="28884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72475" y="4836319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04369" y="4730769"/>
                <a:ext cx="336200" cy="288840"/>
              </a:xfrm>
              <a:custGeom>
                <a:avLst/>
                <a:gdLst/>
                <a:ahLst/>
                <a:cxnLst/>
                <a:rect l="l" t="t" r="r" b="b"/>
                <a:pathLst>
                  <a:path w="336200" h="288840">
                    <a:moveTo>
                      <a:pt x="140820" y="15389"/>
                    </a:moveTo>
                    <a:lnTo>
                      <a:pt x="5703" y="240984"/>
                    </a:lnTo>
                    <a:cubicBezTo>
                      <a:pt x="35" y="250799"/>
                      <a:pt x="0" y="262885"/>
                      <a:pt x="5612" y="272733"/>
                    </a:cubicBezTo>
                    <a:cubicBezTo>
                      <a:pt x="11223" y="282581"/>
                      <a:pt x="21639" y="288712"/>
                      <a:pt x="32973" y="288840"/>
                    </a:cubicBezTo>
                    <a:lnTo>
                      <a:pt x="303240" y="288840"/>
                    </a:lnTo>
                    <a:cubicBezTo>
                      <a:pt x="314569" y="288709"/>
                      <a:pt x="324978" y="282580"/>
                      <a:pt x="330589" y="272738"/>
                    </a:cubicBezTo>
                    <a:cubicBezTo>
                      <a:pt x="336200" y="262895"/>
                      <a:pt x="336169" y="250815"/>
                      <a:pt x="330510" y="241000"/>
                    </a:cubicBezTo>
                    <a:lnTo>
                      <a:pt x="195393" y="15372"/>
                    </a:lnTo>
                    <a:cubicBezTo>
                      <a:pt x="189611" y="5829"/>
                      <a:pt x="179264" y="0"/>
                      <a:pt x="168106" y="0"/>
                    </a:cubicBezTo>
                    <a:cubicBezTo>
                      <a:pt x="156948" y="0"/>
                      <a:pt x="146601" y="5829"/>
                      <a:pt x="140820" y="15372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72475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67" y="0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714232" y="47644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异常处理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7042" y="52644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泄露或异常消耗后立即联系管理员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7042" y="55883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智能体输出必须核验，不能替代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84692" y="5835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理解和判断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47A196A-CE44-8F1E-413A-D526839C6454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063247AA-75A7-A276-83CB-42788DFF34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64C6B699-E958-7D4A-C198-A96B3A5150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70B3A06A-C12F-95E3-BC6E-152B6C3AB23A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9B35764A-E4DD-9952-8088-08FA372C39A3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48EC6956-0C9C-35E5-1339-9F2ACCF68C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EEF7D905-E525-9351-1501-AD8C2ACE2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E7643176-A928-F181-8F4E-1B550440DD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EFDBB9E6-B8AF-B1A4-2058-8F09CD989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313752C3-ABF7-7C9F-42F3-F1448FC6DD79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31533D18-853B-3A84-2827-E42F86CE9C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1C211AB9-3950-1520-C5D2-657CB7CF1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5B8FA52-113D-2E66-D9B6-8CDD9FDC92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24107A50-4838-A2B1-A50C-61EC1C00D56F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959A1987-B042-7834-5A1C-047E20CEB7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8BAE4E81-4C22-A393-CAAA-B308691099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A560511B-B8CC-681D-C667-699B9DFD27D3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1C1E99B5-D4EA-503F-82DB-04B17C84B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04D77295-6B66-8CA0-3D00-58E52C356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98274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04 跑通SASRec GPU实验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22732" y="1449705"/>
            <a:ext cx="3097149" cy="1742884"/>
            <a:chOff x="522732" y="1449705"/>
            <a:chExt cx="3097149" cy="1742884"/>
          </a:xfrm>
        </p:grpSpPr>
        <p:sp>
          <p:nvSpPr>
            <p:cNvPr id="3" name="TextBox 3"/>
            <p:cNvSpPr txBox="1"/>
            <p:nvPr/>
          </p:nvSpPr>
          <p:spPr>
            <a:xfrm>
              <a:off x="522732" y="14497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本节实验目标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5518" y="1955482"/>
              <a:ext cx="228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验证环境能够调用GPU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5518" y="24126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跑通完整的推荐模型训练入口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15518" y="28698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保存日志和模型输出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14312" y="3526155"/>
            <a:ext cx="7834218" cy="1392746"/>
            <a:chOff x="214312" y="3526155"/>
            <a:chExt cx="7834218" cy="1392746"/>
          </a:xfrm>
        </p:grpSpPr>
        <p:sp>
          <p:nvSpPr>
            <p:cNvPr id="8" name="TextBox 8"/>
            <p:cNvSpPr txBox="1"/>
            <p:nvPr/>
          </p:nvSpPr>
          <p:spPr>
            <a:xfrm>
              <a:off x="522732" y="3526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运行流程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57250" y="432435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8100">
              <a:solidFill>
                <a:srgbClr val="CFDCE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66750" y="4133850"/>
              <a:ext cx="381000" cy="3810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286000" y="4133850"/>
              <a:ext cx="381000" cy="3810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905250" y="4133850"/>
              <a:ext cx="381000" cy="3810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524500" y="4133850"/>
              <a:ext cx="381000" cy="381000"/>
            </a:xfrm>
            <a:prstGeom prst="ellipse">
              <a:avLst/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162800" y="4133850"/>
              <a:ext cx="381000" cy="381000"/>
            </a:xfrm>
            <a:prstGeom prst="ellipse">
              <a:avLst/>
            </a:prstGeom>
            <a:solidFill>
              <a:srgbClr val="2F8F6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4312" y="4654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ctr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获取并解压代码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0801" y="465486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ctr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激活lesson03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3681" y="4654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ctr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安装固定依赖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2931" y="4654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ctr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运行环境检查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8070" y="4654868"/>
              <a:ext cx="1390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ctr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SASRec单轮训练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28432" y="1352550"/>
            <a:ext cx="3630168" cy="3903345"/>
            <a:chOff x="8028432" y="1352550"/>
            <a:chExt cx="3630168" cy="3903345"/>
          </a:xfrm>
        </p:grpSpPr>
        <p:sp>
          <p:nvSpPr>
            <p:cNvPr id="21" name="Rectangle 21"/>
            <p:cNvSpPr/>
            <p:nvPr/>
          </p:nvSpPr>
          <p:spPr>
            <a:xfrm>
              <a:off x="8039100" y="1352550"/>
              <a:ext cx="3619500" cy="1466850"/>
            </a:xfrm>
            <a:prstGeom prst="roundRect">
              <a:avLst>
                <a:gd name="adj" fmla="val 5195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58556" y="152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核心命令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5142" y="19497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check_environment.py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666" y="2306002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train.py --device cuda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5266" y="25346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--epochs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28432" y="29546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观察内容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1980" y="3438525"/>
              <a:ext cx="1978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当前运行设备为CUDA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1980" y="3819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数据能够正常加载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1980" y="4200525"/>
              <a:ext cx="1694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训练Loss正常输出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1980" y="4581525"/>
              <a:ext cx="3308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nvidia-smi中出现自己的Python进程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1980" y="496252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50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日志和模型写入outputs/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5429250"/>
            <a:ext cx="7366124" cy="781050"/>
            <a:chOff x="533400" y="5429250"/>
            <a:chExt cx="7162800" cy="781050"/>
          </a:xfrm>
        </p:grpSpPr>
        <p:sp>
          <p:nvSpPr>
            <p:cNvPr id="33" name="Rectangle 33"/>
            <p:cNvSpPr/>
            <p:nvPr/>
          </p:nvSpPr>
          <p:spPr>
            <a:xfrm>
              <a:off x="533400" y="5429250"/>
              <a:ext cx="7162800" cy="781050"/>
            </a:xfrm>
            <a:prstGeom prst="roundRect">
              <a:avLst>
                <a:gd name="adj" fmla="val 9756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906" y="5692140"/>
              <a:ext cx="15531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本节不展开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25496" y="5740718"/>
              <a:ext cx="1390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SASRec完整原理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01896" y="5740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正式推荐指标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63996" y="5740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50646F"/>
                  </a:solidFill>
                  <a:latin typeface="Arial"/>
                  <a:ea typeface="Microsoft YaHei"/>
                  <a:cs typeface="Arial"/>
                </a:rPr>
                <a:t>论文级训练结果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958942A-46E9-D228-9DE3-767C42913108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7B5173E9-1507-6150-DBB6-538582F43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8D4F8BF6-1121-19BD-666E-00E43CC21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06B88515-7CB8-305B-C0D4-4605004758D9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0D6897A5-AB69-36FD-A281-A2CC8CC6412B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862E9AB2-6555-272D-1F7B-5DAA1C4A9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06613B1D-7E71-31B8-C81D-FDEA4E93E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F6DF1C65-2D6D-84E7-4F55-ADB6926D81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E044A341-65E5-3AC3-FB3B-8075455D9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8032C9DE-8FBA-559F-B05C-94869D00FA2C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D885878B-8952-B487-CC83-4E2FFDC26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EB6D379A-C872-CF43-F2B4-35981B6D4E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359A396-3C89-FDB5-A38A-F88DCCF835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6EE3E2A-DD0B-E602-0457-D4428CF69917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D78577C9-1949-CE05-BA8F-F4EE141A5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0855844B-2DF9-99DF-A392-755DADAC14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ABAA5D8B-BDF0-6100-65B6-FA9092F25CDA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5D8746E3-5F51-1AD9-49EE-346681D3D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844C4DEF-E6F6-C08A-EB12-D2EC8321B4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28965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04 共享GPU使用规范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1219200"/>
            <a:ext cx="11125200" cy="895350"/>
            <a:chOff x="533400" y="1219200"/>
            <a:chExt cx="11125200" cy="895350"/>
          </a:xfrm>
        </p:grpSpPr>
        <p:sp>
          <p:nvSpPr>
            <p:cNvPr id="3" name="Rectangle 3"/>
            <p:cNvSpPr/>
            <p:nvPr/>
          </p:nvSpPr>
          <p:spPr>
            <a:xfrm>
              <a:off x="533400" y="121920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048" y="13935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0ED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52956" y="14630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运行前先检查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36442" y="1416368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使用nvidia-smi查看显存、利用率和进程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36442" y="17402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占用随时变化，不能沿用旧截图判断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5048" y="2330768"/>
            <a:ext cx="10633710" cy="809243"/>
            <a:chOff x="765048" y="2330768"/>
            <a:chExt cx="10633710" cy="809243"/>
          </a:xfrm>
        </p:grpSpPr>
        <p:sp>
          <p:nvSpPr>
            <p:cNvPr id="9" name="TextBox 9"/>
            <p:cNvSpPr txBox="1"/>
            <p:nvPr/>
          </p:nvSpPr>
          <p:spPr>
            <a:xfrm>
              <a:off x="765048" y="23841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0ED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52956" y="2453640"/>
              <a:ext cx="1537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按组分配GPU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36442" y="2330768"/>
              <a:ext cx="3402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教师根据实时空闲情况指定物理GPU编号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43300" y="2628900"/>
              <a:ext cx="5162550" cy="495300"/>
            </a:xfrm>
            <a:prstGeom prst="roundRect">
              <a:avLst>
                <a:gd name="adj" fmla="val 15385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71316" y="2725102"/>
              <a:ext cx="28430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CUDA_VISIBLE_DEVICES=0 python train.py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4589" y="293465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--device cuda --epochs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4742" y="2654618"/>
              <a:ext cx="2414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不让所有同学默认使用GPU 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3200400"/>
            <a:ext cx="11125200" cy="895350"/>
            <a:chOff x="533400" y="3200400"/>
            <a:chExt cx="11125200" cy="895350"/>
          </a:xfrm>
        </p:grpSpPr>
        <p:sp>
          <p:nvSpPr>
            <p:cNvPr id="17" name="Rectangle 17"/>
            <p:cNvSpPr/>
            <p:nvPr/>
          </p:nvSpPr>
          <p:spPr>
            <a:xfrm>
              <a:off x="533400" y="320040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EDF4F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5048" y="33747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F4B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5295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理解设备编号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36442" y="3397568"/>
              <a:ext cx="4411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CUDA_VISIBLE_DEVICES限制当前进程可见的物理GPU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6442" y="3721418"/>
              <a:ext cx="3521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只暴露一张卡时，程序内部仍显示为cuda:0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5048" y="4331018"/>
            <a:ext cx="6783324" cy="650367"/>
            <a:chOff x="765048" y="4331018"/>
            <a:chExt cx="6783324" cy="650367"/>
          </a:xfrm>
        </p:grpSpPr>
        <p:sp>
          <p:nvSpPr>
            <p:cNvPr id="23" name="TextBox 23"/>
            <p:cNvSpPr txBox="1"/>
            <p:nvPr/>
          </p:nvSpPr>
          <p:spPr>
            <a:xfrm>
              <a:off x="765048" y="43653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E59B35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52956" y="4434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尊重其他实验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36442" y="4331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不结束、不暂停、不抢占其他用户进程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36442" y="46548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不确定归属时先询问；显存不足时等待上一组结束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5181600"/>
            <a:ext cx="11125200" cy="895350"/>
            <a:chOff x="533400" y="5181600"/>
            <a:chExt cx="11125200" cy="895350"/>
          </a:xfrm>
        </p:grpSpPr>
        <p:sp>
          <p:nvSpPr>
            <p:cNvPr id="28" name="Rectangle 28"/>
            <p:cNvSpPr/>
            <p:nvPr/>
          </p:nvSpPr>
          <p:spPr>
            <a:xfrm>
              <a:off x="533400" y="518160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5048" y="53559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52956" y="54254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使用结束后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36442" y="5474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确认训练已结束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3392" y="5474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保存日志和模型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98892" y="5474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不留下无意义的后台进程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7C7F9CF-0684-38BA-7D4A-B78C5B10EC59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C8E975DC-D0BB-F236-BC99-631454C667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78512778-D952-1B80-2865-D7E27DF919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53224353-D453-77C4-3452-D3BC6998CA31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BD86AC50-3729-63D4-BC1A-DBB323A24F13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9D5B0790-FB52-2AC3-941D-2917EF3303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70887C2B-0F27-492C-49BD-9859578747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C3D2EC09-AACC-7413-6DEE-F4B165C7A5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C0001A8E-5C25-B3A2-5194-ADC51B43C4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5E8F2693-45C5-65F4-C217-D1E1E7199964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C7E7323E-1A17-CD27-91B4-F777C1B3E1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915C4289-0C77-E223-A1A6-D688B42CA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03CF652D-9ACA-F637-3396-CFD64F2A48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C2AF35D1-EEBD-365F-79A8-61C4708E993E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70B0E17A-AEF8-FA3D-5871-7164672F4B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417BA2C6-0D8D-1D25-9F0F-830014BC38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718D5BDA-A0F5-62A3-696C-6C67BB09737D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18DE2B95-8CC5-56EE-DF73-14CE550394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8E8A1D49-24BC-A04E-D145-13ED7DD30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421740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04 常见问题排查顺序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4256" y="9486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46F"/>
                </a:solidFill>
                <a:latin typeface="Arial"/>
                <a:ea typeface="Microsoft YaHei"/>
                <a:cs typeface="Arial"/>
              </a:rPr>
              <a:t>从网络、认证、工具、环境一路检查到代码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1428750"/>
            <a:ext cx="7562850" cy="4248150"/>
            <a:chOff x="533400" y="1428750"/>
            <a:chExt cx="7562850" cy="4248150"/>
          </a:xfrm>
        </p:grpSpPr>
        <p:sp>
          <p:nvSpPr>
            <p:cNvPr id="4" name="Freeform 4"/>
            <p:cNvSpPr/>
            <p:nvPr/>
          </p:nvSpPr>
          <p:spPr>
            <a:xfrm>
              <a:off x="533400" y="1428750"/>
              <a:ext cx="7562850" cy="4248150"/>
            </a:xfrm>
            <a:custGeom>
              <a:avLst/>
              <a:gdLst/>
              <a:ahLst/>
              <a:cxnLst/>
              <a:rect l="l" t="t" r="r" b="b"/>
              <a:pathLst>
                <a:path w="7562850" h="4248150">
                  <a:moveTo>
                    <a:pt x="0" y="0"/>
                  </a:moveTo>
                  <a:lnTo>
                    <a:pt x="7562850" y="0"/>
                  </a:lnTo>
                  <a:lnTo>
                    <a:pt x="6953250" y="4248150"/>
                  </a:lnTo>
                  <a:lnTo>
                    <a:pt x="609600" y="4248150"/>
                  </a:lnTo>
                  <a:close/>
                </a:path>
              </a:pathLst>
            </a:custGeom>
            <a:solidFill>
              <a:srgbClr val="EDF4F7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647700" y="1962150"/>
              <a:ext cx="7334250" cy="9525"/>
            </a:xfrm>
            <a:custGeom>
              <a:avLst/>
              <a:gdLst/>
              <a:ahLst/>
              <a:cxnLst/>
              <a:rect l="l" t="t" r="r" b="b"/>
              <a:pathLst>
                <a:path w="7334250" h="9525">
                  <a:moveTo>
                    <a:pt x="0" y="0"/>
                  </a:moveTo>
                  <a:lnTo>
                    <a:pt x="73342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23900" y="2495550"/>
              <a:ext cx="7181850" cy="9525"/>
            </a:xfrm>
            <a:custGeom>
              <a:avLst/>
              <a:gdLst/>
              <a:ahLst/>
              <a:cxnLst/>
              <a:rect l="l" t="t" r="r" b="b"/>
              <a:pathLst>
                <a:path w="7181850" h="9525">
                  <a:moveTo>
                    <a:pt x="0" y="0"/>
                  </a:moveTo>
                  <a:lnTo>
                    <a:pt x="71818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00100" y="3028950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76300" y="3562350"/>
              <a:ext cx="6877050" cy="9525"/>
            </a:xfrm>
            <a:custGeom>
              <a:avLst/>
              <a:gdLst/>
              <a:ahLst/>
              <a:cxnLst/>
              <a:rect l="l" t="t" r="r" b="b"/>
              <a:pathLst>
                <a:path w="6877050" h="9525">
                  <a:moveTo>
                    <a:pt x="0" y="0"/>
                  </a:moveTo>
                  <a:lnTo>
                    <a:pt x="68770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4095750"/>
              <a:ext cx="6724650" cy="9525"/>
            </a:xfrm>
            <a:custGeom>
              <a:avLst/>
              <a:gdLst/>
              <a:ahLst/>
              <a:cxnLst/>
              <a:rect l="l" t="t" r="r" b="b"/>
              <a:pathLst>
                <a:path w="6724650" h="9525">
                  <a:moveTo>
                    <a:pt x="0" y="0"/>
                  </a:moveTo>
                  <a:lnTo>
                    <a:pt x="67246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46291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04900" y="5162550"/>
              <a:ext cx="6419850" cy="9525"/>
            </a:xfrm>
            <a:custGeom>
              <a:avLst/>
              <a:gdLst/>
              <a:ahLst/>
              <a:cxnLst/>
              <a:rect l="l" t="t" r="r" b="b"/>
              <a:pathLst>
                <a:path w="6419850" h="9525">
                  <a:moveTo>
                    <a:pt x="0" y="0"/>
                  </a:moveTo>
                  <a:lnTo>
                    <a:pt x="6419850" y="0"/>
                  </a:lnTo>
                </a:path>
              </a:pathLst>
            </a:custGeom>
            <a:noFill/>
            <a:ln w="9525">
              <a:solidFill>
                <a:srgbClr val="CFDCE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9630" y="1590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服务器连不上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6392" y="16068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先检查校园网和22端口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830" y="2124075"/>
              <a:ext cx="1280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SSH认证失败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6392" y="21402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检查个人用户名、密码或密钥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2030" y="2657475"/>
              <a:ext cx="1672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VS Code连接失败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6392" y="2673668"/>
              <a:ext cx="2250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先确认命令行SSH能否成功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8230" y="3190875"/>
              <a:ext cx="1248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Conda找不到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6392" y="3130868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Consolas"/>
                  <a:ea typeface="Microsoft YaHei"/>
                  <a:cs typeface="Consolas"/>
                </a:rPr>
                <a:t>检查 ~/miniconda3/bin/conda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40956" y="3323786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重新加载 ~/.bashrc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4430" y="37242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包装错环境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6392" y="3664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which python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40955" y="3857186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en-US" sz="1350" dirty="0">
                  <a:solidFill>
                    <a:srgbClr val="17222B"/>
                  </a:solidFill>
                  <a:latin typeface="Consolas"/>
                  <a:ea typeface="Consolas"/>
                  <a:cs typeface="Consolas"/>
                </a:rPr>
                <a:t>python -m pip --version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0630" y="4257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镜像找不到包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6392" y="41664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检查镜像是否同步该版本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4338" y="438780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单次临时使用官方源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6830" y="4791075"/>
              <a:ext cx="1868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PyTorch看不到GPU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87039" y="4686467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检查版本和torch.version.cuda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08982" y="4915067"/>
              <a:ext cx="1674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确认没有误装CPU版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3030" y="5324475"/>
              <a:ext cx="1621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15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SASRec运行失败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2142" y="53406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检查当前目录、数据路径、依赖和设备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72500" y="1428750"/>
            <a:ext cx="3086100" cy="4248150"/>
            <a:chOff x="8572500" y="1428750"/>
            <a:chExt cx="3086100" cy="4248150"/>
          </a:xfrm>
        </p:grpSpPr>
        <p:sp>
          <p:nvSpPr>
            <p:cNvPr id="33" name="Rectangle 33"/>
            <p:cNvSpPr/>
            <p:nvPr/>
          </p:nvSpPr>
          <p:spPr>
            <a:xfrm>
              <a:off x="8572500" y="1428750"/>
              <a:ext cx="3086100" cy="4248150"/>
            </a:xfrm>
            <a:prstGeom prst="roundRect">
              <a:avLst>
                <a:gd name="adj" fmla="val 2469"/>
              </a:avLst>
            </a:prstGeom>
            <a:solidFill>
              <a:srgbClr val="1F4B5F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905875" y="1781175"/>
              <a:ext cx="314325" cy="276225"/>
              <a:chOff x="8905875" y="1781175"/>
              <a:chExt cx="314325" cy="2762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905875" y="178117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05875" y="189547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905875" y="200977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048750" y="180975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048750" y="192405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048750" y="203835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828532" y="23641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排错过程要记录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3218" y="3003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3218" y="34985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环境与命令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83218" y="39938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完整报错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83218" y="44891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已尝试方法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83218" y="4984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950F1FB-BD06-16C0-DC1F-21357C9F690E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EF2F0C5E-74D6-9041-8F42-91A78A51C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62C827D-BFB8-7D2F-DCD3-6840354F47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AA262A2B-3921-FCA5-6ADF-ABFFEFE83C7C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F97A74ED-92AB-BEEF-872B-FEFE1F16E0A7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0AF416F-44DB-77C9-411A-9D6674C825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B9EB7D62-9A14-0F15-73A6-6B3816336A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C3DA7782-98A0-6826-6466-7D2F3DA6F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EDE01472-4229-39D2-1B68-53FBE33F12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8C730CD0-B80F-C486-7D37-3E131E8A4DB3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4020D980-7242-8AFC-99A4-199B61BC4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C02C30BF-57B6-2397-5E35-01C4D75FE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2FBE09C7-8E56-2CCB-0D37-BE361820B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27AC01A2-7EDD-B0C7-2D81-43BE87EF7C84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268C4DBF-178B-EEFC-8997-FF6D10D83B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9E5AE3A0-2CCC-B6A4-F1E2-52EB5BF730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E35151C3-71EF-43CA-24F1-A4ADC26FA4E9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1">
              <a:extLst>
                <a:ext uri="{FF2B5EF4-FFF2-40B4-BE49-F238E27FC236}">
                  <a16:creationId xmlns:a16="http://schemas.microsoft.com/office/drawing/2014/main" id="{0238E4E6-01F7-EA84-CFF4-2CD0E4F37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A4C99CDB-6362-6861-E7DF-7BA6DE3BCD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7398" y="44100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4B5F"/>
                </a:solidFill>
                <a:latin typeface="Arial"/>
                <a:ea typeface="Microsoft YaHei"/>
                <a:cs typeface="Arial"/>
              </a:rPr>
              <a:t>第三次课后任务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4256" y="96774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0646F"/>
                </a:solidFill>
                <a:latin typeface="Arial"/>
                <a:ea typeface="Microsoft YaHei"/>
                <a:cs typeface="Arial"/>
              </a:rPr>
              <a:t>完成一次可复现、可检查且不包含敏感信息的实验记录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96999" y="1524000"/>
            <a:ext cx="4857750" cy="4457700"/>
            <a:chOff x="533400" y="1524000"/>
            <a:chExt cx="4857750" cy="4457700"/>
          </a:xfrm>
        </p:grpSpPr>
        <p:sp>
          <p:nvSpPr>
            <p:cNvPr id="4" name="Rectangle 4"/>
            <p:cNvSpPr/>
            <p:nvPr/>
          </p:nvSpPr>
          <p:spPr>
            <a:xfrm>
              <a:off x="533400" y="1524000"/>
              <a:ext cx="4857750" cy="4457700"/>
            </a:xfrm>
            <a:prstGeom prst="roundRect">
              <a:avLst>
                <a:gd name="adj" fmla="val 1709"/>
              </a:avLst>
            </a:prstGeom>
            <a:solidFill>
              <a:srgbClr val="1F4B5F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899319" y="1929606"/>
              <a:ext cx="297656" cy="198437"/>
            </a:xfrm>
            <a:custGeom>
              <a:avLst/>
              <a:gdLst/>
              <a:ahLst/>
              <a:cxnLst/>
              <a:rect l="l" t="t" r="r" b="b"/>
              <a:pathLst>
                <a:path w="297656" h="198437">
                  <a:moveTo>
                    <a:pt x="0" y="99219"/>
                  </a:moveTo>
                  <a:lnTo>
                    <a:pt x="99219" y="198437"/>
                  </a:lnTo>
                  <a:lnTo>
                    <a:pt x="297656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35608" y="18745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作业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5962" y="2565082"/>
              <a:ext cx="392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完成本地CPU环境或实验室服务器连接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5962" y="31937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创建并激活lesson03环境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5962" y="3822382"/>
              <a:ext cx="1788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成功导入PyTorch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962" y="4603432"/>
              <a:ext cx="37156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在实验室GPU上运行SASRec快速实验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5962" y="52320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保存环境信息、运行命令和关键日志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78599" y="1524000"/>
            <a:ext cx="3600450" cy="4457700"/>
            <a:chOff x="5715000" y="1524000"/>
            <a:chExt cx="3600450" cy="4457700"/>
          </a:xfrm>
        </p:grpSpPr>
        <p:sp>
          <p:nvSpPr>
            <p:cNvPr id="13" name="Rectangle 13"/>
            <p:cNvSpPr/>
            <p:nvPr/>
          </p:nvSpPr>
          <p:spPr>
            <a:xfrm>
              <a:off x="5715000" y="1524000"/>
              <a:ext cx="3600450" cy="4457700"/>
            </a:xfrm>
            <a:prstGeom prst="roundRect">
              <a:avLst>
                <a:gd name="adj" fmla="val 2116"/>
              </a:avLst>
            </a:prstGeom>
            <a:solidFill>
              <a:srgbClr val="EDF4F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045597" y="1872853"/>
              <a:ext cx="301229" cy="264717"/>
              <a:chOff x="6045597" y="1872853"/>
              <a:chExt cx="301229" cy="26471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045597" y="1872853"/>
                <a:ext cx="73025" cy="45641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45641">
                    <a:moveTo>
                      <a:pt x="0" y="18256"/>
                    </a:moveTo>
                    <a:lnTo>
                      <a:pt x="27384" y="45641"/>
                    </a:ln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45597" y="1982391"/>
                <a:ext cx="73025" cy="45641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45641">
                    <a:moveTo>
                      <a:pt x="0" y="18256"/>
                    </a:moveTo>
                    <a:lnTo>
                      <a:pt x="27384" y="45641"/>
                    </a:ln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45597" y="2091929"/>
                <a:ext cx="73025" cy="45641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45641">
                    <a:moveTo>
                      <a:pt x="0" y="18256"/>
                    </a:moveTo>
                    <a:lnTo>
                      <a:pt x="27384" y="45641"/>
                    </a:ln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182519" y="1900238"/>
                <a:ext cx="16430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7" h="9525">
                    <a:moveTo>
                      <a:pt x="0" y="0"/>
                    </a:moveTo>
                    <a:lnTo>
                      <a:pt x="164307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182519" y="2009775"/>
                <a:ext cx="16430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7" h="9525">
                    <a:moveTo>
                      <a:pt x="0" y="0"/>
                    </a:moveTo>
                    <a:lnTo>
                      <a:pt x="164307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182519" y="2119313"/>
                <a:ext cx="16430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7" h="9525">
                    <a:moveTo>
                      <a:pt x="0" y="0"/>
                    </a:moveTo>
                    <a:lnTo>
                      <a:pt x="164307" y="0"/>
                    </a:lnTo>
                  </a:path>
                </a:pathLst>
              </a:custGeom>
              <a:noFill/>
              <a:ln w="19050">
                <a:solidFill>
                  <a:srgbClr val="2F80ED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580632" y="18878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l">
                <a:buFont typeface="Arial"/>
                <a:buChar char="•"/>
              </a:pPr>
              <a:r>
                <a:rPr lang="zh-CN" sz="2100" b="1" dirty="0">
                  <a:solidFill>
                    <a:srgbClr val="1F4B5F"/>
                  </a:solidFill>
                  <a:latin typeface="Arial"/>
                  <a:ea typeface="Microsoft YaHei"/>
                  <a:cs typeface="Arial"/>
                </a:rPr>
                <a:t>提交记录包含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22354" y="2578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使用路线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2354" y="3207068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Conda环境、Python和PyTorch版本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22354" y="3835718"/>
              <a:ext cx="2097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GPU型号和CUDA检查结果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22354" y="4464368"/>
              <a:ext cx="2899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SASRec运行命令、日志和输出位置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22354" y="5093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3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一个问题及排查过程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83849" y="1524000"/>
            <a:ext cx="2284792" cy="4457700"/>
            <a:chOff x="9620250" y="1524000"/>
            <a:chExt cx="2038350" cy="4457700"/>
          </a:xfrm>
        </p:grpSpPr>
        <p:sp>
          <p:nvSpPr>
            <p:cNvPr id="28" name="Rectangle 28"/>
            <p:cNvSpPr/>
            <p:nvPr/>
          </p:nvSpPr>
          <p:spPr>
            <a:xfrm>
              <a:off x="9620250" y="1524000"/>
              <a:ext cx="2038350" cy="4457700"/>
            </a:xfrm>
            <a:prstGeom prst="roundRect">
              <a:avLst>
                <a:gd name="adj" fmla="val 3738"/>
              </a:avLst>
            </a:prstGeom>
            <a:solidFill>
              <a:srgbClr val="FFFFFF"/>
            </a:solidFill>
            <a:ln w="19050">
              <a:solidFill>
                <a:srgbClr val="C5524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437619" y="1893094"/>
              <a:ext cx="403612" cy="385762"/>
              <a:chOff x="10437619" y="1893094"/>
              <a:chExt cx="403612" cy="385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437619" y="1893094"/>
                <a:ext cx="403612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403612" h="385762">
                    <a:moveTo>
                      <a:pt x="201806" y="0"/>
                    </a:moveTo>
                    <a:cubicBezTo>
                      <a:pt x="251866" y="44289"/>
                      <a:pt x="317202" y="67349"/>
                      <a:pt x="383972" y="64294"/>
                    </a:cubicBezTo>
                    <a:cubicBezTo>
                      <a:pt x="403612" y="131106"/>
                      <a:pt x="395318" y="203028"/>
                      <a:pt x="360985" y="263616"/>
                    </a:cubicBezTo>
                    <a:cubicBezTo>
                      <a:pt x="326652" y="324204"/>
                      <a:pt x="269215" y="368278"/>
                      <a:pt x="201806" y="385762"/>
                    </a:cubicBezTo>
                    <a:cubicBezTo>
                      <a:pt x="134397" y="368278"/>
                      <a:pt x="76961" y="324204"/>
                      <a:pt x="42628" y="263616"/>
                    </a:cubicBezTo>
                    <a:cubicBezTo>
                      <a:pt x="8294" y="203028"/>
                      <a:pt x="0" y="131106"/>
                      <a:pt x="19641" y="64294"/>
                    </a:cubicBezTo>
                    <a:cubicBezTo>
                      <a:pt x="86410" y="67349"/>
                      <a:pt x="151746" y="44289"/>
                      <a:pt x="201806" y="0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17994" y="204311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39425" y="2085975"/>
                <a:ext cx="9525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578">
                    <a:moveTo>
                      <a:pt x="0" y="0"/>
                    </a:moveTo>
                    <a:lnTo>
                      <a:pt x="0" y="53578"/>
                    </a:lnTo>
                  </a:path>
                </a:pathLst>
              </a:custGeom>
              <a:noFill/>
              <a:ln w="19050">
                <a:solidFill>
                  <a:srgbClr val="C55245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035083" y="25165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342900" lvl="0" indent="-285750" algn="ctr">
                <a:buFont typeface="Arial"/>
                <a:buChar char="•"/>
              </a:pPr>
              <a:r>
                <a:rPr lang="zh-CN" sz="2100" b="1" dirty="0">
                  <a:solidFill>
                    <a:srgbClr val="C55245"/>
                  </a:solidFill>
                  <a:latin typeface="Arial"/>
                  <a:ea typeface="Microsoft YaHei"/>
                  <a:cs typeface="Arial"/>
                </a:rPr>
                <a:t>不得提交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92558" y="32127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密码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92558" y="3879532"/>
              <a:ext cx="8734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SSH私钥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92558" y="4546282"/>
              <a:ext cx="8734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NAS凭证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92558" y="5213032"/>
              <a:ext cx="130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685800" lvl="1" indent="-285750" algn="l">
                <a:buFont typeface="Arial"/>
                <a:buChar char="•"/>
              </a:pPr>
              <a:r>
                <a:rPr lang="zh-CN" sz="1650" dirty="0">
                  <a:solidFill>
                    <a:srgbClr val="17222B"/>
                  </a:solidFill>
                  <a:latin typeface="Arial"/>
                  <a:ea typeface="Microsoft YaHei"/>
                  <a:cs typeface="Arial"/>
                </a:rPr>
                <a:t>智能体Token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B8D9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146ABA0-2DB8-328A-D910-E728F522C432}"/>
              </a:ext>
            </a:extLst>
          </p:cNvPr>
          <p:cNvGrpSpPr/>
          <p:nvPr/>
        </p:nvGrpSpPr>
        <p:grpSpPr>
          <a:xfrm>
            <a:off x="9514985" y="71216"/>
            <a:ext cx="2505419" cy="786128"/>
            <a:chOff x="583855" y="5315867"/>
            <a:chExt cx="2505419" cy="786128"/>
          </a:xfrm>
          <a:solidFill>
            <a:srgbClr val="2E5292"/>
          </a:solidFill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89CD847C-2337-25CC-312D-A673915318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23966" y="5963062"/>
              <a:ext cx="1556046" cy="104200"/>
            </a:xfrm>
            <a:custGeom>
              <a:avLst/>
              <a:gdLst>
                <a:gd name="T0" fmla="*/ 585 w 714"/>
                <a:gd name="T1" fmla="*/ 35 h 48"/>
                <a:gd name="T2" fmla="*/ 571 w 714"/>
                <a:gd name="T3" fmla="*/ 10 h 48"/>
                <a:gd name="T4" fmla="*/ 594 w 714"/>
                <a:gd name="T5" fmla="*/ 32 h 48"/>
                <a:gd name="T6" fmla="*/ 592 w 714"/>
                <a:gd name="T7" fmla="*/ 3 h 48"/>
                <a:gd name="T8" fmla="*/ 602 w 714"/>
                <a:gd name="T9" fmla="*/ 2 h 48"/>
                <a:gd name="T10" fmla="*/ 602 w 714"/>
                <a:gd name="T11" fmla="*/ 39 h 48"/>
                <a:gd name="T12" fmla="*/ 620 w 714"/>
                <a:gd name="T13" fmla="*/ 3 h 48"/>
                <a:gd name="T14" fmla="*/ 640 w 714"/>
                <a:gd name="T15" fmla="*/ 36 h 48"/>
                <a:gd name="T16" fmla="*/ 665 w 714"/>
                <a:gd name="T17" fmla="*/ 35 h 48"/>
                <a:gd name="T18" fmla="*/ 648 w 714"/>
                <a:gd name="T19" fmla="*/ 3 h 48"/>
                <a:gd name="T20" fmla="*/ 704 w 714"/>
                <a:gd name="T21" fmla="*/ 13 h 48"/>
                <a:gd name="T22" fmla="*/ 687 w 714"/>
                <a:gd name="T23" fmla="*/ 36 h 48"/>
                <a:gd name="T24" fmla="*/ 678 w 714"/>
                <a:gd name="T25" fmla="*/ 4 h 48"/>
                <a:gd name="T26" fmla="*/ 704 w 714"/>
                <a:gd name="T27" fmla="*/ 8 h 48"/>
                <a:gd name="T28" fmla="*/ 563 w 714"/>
                <a:gd name="T29" fmla="*/ 19 h 48"/>
                <a:gd name="T30" fmla="*/ 548 w 714"/>
                <a:gd name="T31" fmla="*/ 36 h 48"/>
                <a:gd name="T32" fmla="*/ 219 w 714"/>
                <a:gd name="T33" fmla="*/ 45 h 48"/>
                <a:gd name="T34" fmla="*/ 219 w 714"/>
                <a:gd name="T35" fmla="*/ 0 h 48"/>
                <a:gd name="T36" fmla="*/ 236 w 714"/>
                <a:gd name="T37" fmla="*/ 46 h 48"/>
                <a:gd name="T38" fmla="*/ 245 w 714"/>
                <a:gd name="T39" fmla="*/ 6 h 48"/>
                <a:gd name="T40" fmla="*/ 254 w 714"/>
                <a:gd name="T41" fmla="*/ 32 h 48"/>
                <a:gd name="T42" fmla="*/ 291 w 714"/>
                <a:gd name="T43" fmla="*/ 38 h 48"/>
                <a:gd name="T44" fmla="*/ 266 w 714"/>
                <a:gd name="T45" fmla="*/ 32 h 48"/>
                <a:gd name="T46" fmla="*/ 291 w 714"/>
                <a:gd name="T47" fmla="*/ 4 h 48"/>
                <a:gd name="T48" fmla="*/ 337 w 714"/>
                <a:gd name="T49" fmla="*/ 32 h 48"/>
                <a:gd name="T50" fmla="*/ 327 w 714"/>
                <a:gd name="T51" fmla="*/ 0 h 48"/>
                <a:gd name="T52" fmla="*/ 326 w 714"/>
                <a:gd name="T53" fmla="*/ 35 h 48"/>
                <a:gd name="T54" fmla="*/ 401 w 714"/>
                <a:gd name="T55" fmla="*/ 4 h 48"/>
                <a:gd name="T56" fmla="*/ 365 w 714"/>
                <a:gd name="T57" fmla="*/ 3 h 48"/>
                <a:gd name="T58" fmla="*/ 397 w 714"/>
                <a:gd name="T59" fmla="*/ 24 h 48"/>
                <a:gd name="T60" fmla="*/ 442 w 714"/>
                <a:gd name="T61" fmla="*/ 6 h 48"/>
                <a:gd name="T62" fmla="*/ 407 w 714"/>
                <a:gd name="T63" fmla="*/ 36 h 48"/>
                <a:gd name="T64" fmla="*/ 438 w 714"/>
                <a:gd name="T65" fmla="*/ 26 h 48"/>
                <a:gd name="T66" fmla="*/ 452 w 714"/>
                <a:gd name="T67" fmla="*/ 36 h 48"/>
                <a:gd name="T68" fmla="*/ 467 w 714"/>
                <a:gd name="T69" fmla="*/ 3 h 48"/>
                <a:gd name="T70" fmla="*/ 507 w 714"/>
                <a:gd name="T71" fmla="*/ 4 h 48"/>
                <a:gd name="T72" fmla="*/ 471 w 714"/>
                <a:gd name="T73" fmla="*/ 3 h 48"/>
                <a:gd name="T74" fmla="*/ 500 w 714"/>
                <a:gd name="T75" fmla="*/ 10 h 48"/>
                <a:gd name="T76" fmla="*/ 532 w 714"/>
                <a:gd name="T77" fmla="*/ 3 h 48"/>
                <a:gd name="T78" fmla="*/ 534 w 714"/>
                <a:gd name="T79" fmla="*/ 24 h 48"/>
                <a:gd name="T80" fmla="*/ 537 w 714"/>
                <a:gd name="T81" fmla="*/ 35 h 48"/>
                <a:gd name="T82" fmla="*/ 516 w 714"/>
                <a:gd name="T83" fmla="*/ 6 h 48"/>
                <a:gd name="T84" fmla="*/ 211 w 714"/>
                <a:gd name="T85" fmla="*/ 26 h 48"/>
                <a:gd name="T86" fmla="*/ 212 w 714"/>
                <a:gd name="T87" fmla="*/ 1 h 48"/>
                <a:gd name="T88" fmla="*/ 99 w 714"/>
                <a:gd name="T89" fmla="*/ 2 h 48"/>
                <a:gd name="T90" fmla="*/ 159 w 714"/>
                <a:gd name="T91" fmla="*/ 3 h 48"/>
                <a:gd name="T92" fmla="*/ 134 w 714"/>
                <a:gd name="T93" fmla="*/ 36 h 48"/>
                <a:gd name="T94" fmla="*/ 119 w 714"/>
                <a:gd name="T95" fmla="*/ 3 h 48"/>
                <a:gd name="T96" fmla="*/ 199 w 714"/>
                <a:gd name="T97" fmla="*/ 23 h 48"/>
                <a:gd name="T98" fmla="*/ 162 w 714"/>
                <a:gd name="T99" fmla="*/ 28 h 48"/>
                <a:gd name="T100" fmla="*/ 187 w 714"/>
                <a:gd name="T101" fmla="*/ 5 h 48"/>
                <a:gd name="T102" fmla="*/ 181 w 714"/>
                <a:gd name="T103" fmla="*/ 23 h 48"/>
                <a:gd name="T104" fmla="*/ 19 w 714"/>
                <a:gd name="T105" fmla="*/ 0 h 48"/>
                <a:gd name="T106" fmla="*/ 13 w 714"/>
                <a:gd name="T107" fmla="*/ 31 h 48"/>
                <a:gd name="T108" fmla="*/ 92 w 714"/>
                <a:gd name="T109" fmla="*/ 7 h 48"/>
                <a:gd name="T110" fmla="*/ 81 w 714"/>
                <a:gd name="T111" fmla="*/ 11 h 48"/>
                <a:gd name="T112" fmla="*/ 49 w 714"/>
                <a:gd name="T113" fmla="*/ 20 h 48"/>
                <a:gd name="T114" fmla="*/ 40 w 714"/>
                <a:gd name="T115" fmla="*/ 32 h 48"/>
                <a:gd name="T116" fmla="*/ 49 w 714"/>
                <a:gd name="T117" fmla="*/ 6 h 48"/>
                <a:gd name="T118" fmla="*/ 74 w 714"/>
                <a:gd name="T119" fmla="*/ 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4" h="48">
                  <a:moveTo>
                    <a:pt x="566" y="38"/>
                  </a:moveTo>
                  <a:cubicBezTo>
                    <a:pt x="566" y="36"/>
                    <a:pt x="566" y="36"/>
                    <a:pt x="566" y="36"/>
                  </a:cubicBezTo>
                  <a:cubicBezTo>
                    <a:pt x="566" y="36"/>
                    <a:pt x="566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66" y="38"/>
                    <a:pt x="566" y="38"/>
                    <a:pt x="566" y="38"/>
                  </a:cubicBezTo>
                  <a:close/>
                  <a:moveTo>
                    <a:pt x="566" y="25"/>
                  </a:moveTo>
                  <a:cubicBezTo>
                    <a:pt x="567" y="27"/>
                    <a:pt x="568" y="28"/>
                    <a:pt x="568" y="29"/>
                  </a:cubicBezTo>
                  <a:cubicBezTo>
                    <a:pt x="570" y="31"/>
                    <a:pt x="572" y="34"/>
                    <a:pt x="574" y="38"/>
                  </a:cubicBezTo>
                  <a:cubicBezTo>
                    <a:pt x="587" y="38"/>
                    <a:pt x="587" y="38"/>
                    <a:pt x="587" y="38"/>
                  </a:cubicBezTo>
                  <a:cubicBezTo>
                    <a:pt x="587" y="36"/>
                    <a:pt x="587" y="36"/>
                    <a:pt x="587" y="36"/>
                  </a:cubicBezTo>
                  <a:cubicBezTo>
                    <a:pt x="587" y="36"/>
                    <a:pt x="587" y="36"/>
                    <a:pt x="586" y="36"/>
                  </a:cubicBezTo>
                  <a:cubicBezTo>
                    <a:pt x="586" y="35"/>
                    <a:pt x="585" y="35"/>
                    <a:pt x="585" y="35"/>
                  </a:cubicBezTo>
                  <a:cubicBezTo>
                    <a:pt x="584" y="35"/>
                    <a:pt x="583" y="34"/>
                    <a:pt x="582" y="33"/>
                  </a:cubicBezTo>
                  <a:cubicBezTo>
                    <a:pt x="582" y="32"/>
                    <a:pt x="581" y="31"/>
                    <a:pt x="580" y="31"/>
                  </a:cubicBezTo>
                  <a:cubicBezTo>
                    <a:pt x="579" y="29"/>
                    <a:pt x="577" y="27"/>
                    <a:pt x="576" y="25"/>
                  </a:cubicBezTo>
                  <a:cubicBezTo>
                    <a:pt x="574" y="23"/>
                    <a:pt x="573" y="21"/>
                    <a:pt x="572" y="19"/>
                  </a:cubicBezTo>
                  <a:cubicBezTo>
                    <a:pt x="575" y="19"/>
                    <a:pt x="577" y="17"/>
                    <a:pt x="578" y="16"/>
                  </a:cubicBezTo>
                  <a:cubicBezTo>
                    <a:pt x="579" y="14"/>
                    <a:pt x="580" y="12"/>
                    <a:pt x="580" y="9"/>
                  </a:cubicBezTo>
                  <a:cubicBezTo>
                    <a:pt x="580" y="6"/>
                    <a:pt x="579" y="4"/>
                    <a:pt x="577" y="3"/>
                  </a:cubicBezTo>
                  <a:cubicBezTo>
                    <a:pt x="575" y="2"/>
                    <a:pt x="571" y="1"/>
                    <a:pt x="567" y="1"/>
                  </a:cubicBezTo>
                  <a:cubicBezTo>
                    <a:pt x="566" y="1"/>
                    <a:pt x="566" y="1"/>
                    <a:pt x="566" y="1"/>
                  </a:cubicBezTo>
                  <a:cubicBezTo>
                    <a:pt x="566" y="3"/>
                    <a:pt x="566" y="3"/>
                    <a:pt x="566" y="3"/>
                  </a:cubicBezTo>
                  <a:cubicBezTo>
                    <a:pt x="567" y="4"/>
                    <a:pt x="568" y="4"/>
                    <a:pt x="569" y="5"/>
                  </a:cubicBezTo>
                  <a:cubicBezTo>
                    <a:pt x="570" y="6"/>
                    <a:pt x="571" y="8"/>
                    <a:pt x="571" y="10"/>
                  </a:cubicBezTo>
                  <a:cubicBezTo>
                    <a:pt x="571" y="13"/>
                    <a:pt x="570" y="15"/>
                    <a:pt x="569" y="17"/>
                  </a:cubicBezTo>
                  <a:cubicBezTo>
                    <a:pt x="568" y="17"/>
                    <a:pt x="567" y="18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lose/>
                  <a:moveTo>
                    <a:pt x="602" y="39"/>
                  </a:moveTo>
                  <a:cubicBezTo>
                    <a:pt x="600" y="39"/>
                    <a:pt x="598" y="38"/>
                    <a:pt x="596" y="38"/>
                  </a:cubicBezTo>
                  <a:cubicBezTo>
                    <a:pt x="594" y="37"/>
                    <a:pt x="593" y="37"/>
                    <a:pt x="592" y="36"/>
                  </a:cubicBezTo>
                  <a:cubicBezTo>
                    <a:pt x="590" y="38"/>
                    <a:pt x="590" y="38"/>
                    <a:pt x="590" y="38"/>
                  </a:cubicBezTo>
                  <a:cubicBezTo>
                    <a:pt x="588" y="38"/>
                    <a:pt x="588" y="38"/>
                    <a:pt x="588" y="38"/>
                  </a:cubicBezTo>
                  <a:cubicBezTo>
                    <a:pt x="588" y="24"/>
                    <a:pt x="588" y="24"/>
                    <a:pt x="588" y="24"/>
                  </a:cubicBezTo>
                  <a:cubicBezTo>
                    <a:pt x="590" y="24"/>
                    <a:pt x="590" y="24"/>
                    <a:pt x="590" y="24"/>
                  </a:cubicBezTo>
                  <a:cubicBezTo>
                    <a:pt x="590" y="25"/>
                    <a:pt x="591" y="27"/>
                    <a:pt x="592" y="28"/>
                  </a:cubicBezTo>
                  <a:cubicBezTo>
                    <a:pt x="592" y="30"/>
                    <a:pt x="593" y="31"/>
                    <a:pt x="594" y="32"/>
                  </a:cubicBezTo>
                  <a:cubicBezTo>
                    <a:pt x="595" y="33"/>
                    <a:pt x="596" y="34"/>
                    <a:pt x="597" y="35"/>
                  </a:cubicBezTo>
                  <a:cubicBezTo>
                    <a:pt x="598" y="36"/>
                    <a:pt x="600" y="36"/>
                    <a:pt x="602" y="36"/>
                  </a:cubicBezTo>
                  <a:cubicBezTo>
                    <a:pt x="604" y="36"/>
                    <a:pt x="606" y="36"/>
                    <a:pt x="607" y="34"/>
                  </a:cubicBezTo>
                  <a:cubicBezTo>
                    <a:pt x="608" y="33"/>
                    <a:pt x="609" y="32"/>
                    <a:pt x="609" y="30"/>
                  </a:cubicBezTo>
                  <a:cubicBezTo>
                    <a:pt x="609" y="28"/>
                    <a:pt x="608" y="27"/>
                    <a:pt x="607" y="26"/>
                  </a:cubicBezTo>
                  <a:cubicBezTo>
                    <a:pt x="606" y="25"/>
                    <a:pt x="605" y="25"/>
                    <a:pt x="603" y="24"/>
                  </a:cubicBezTo>
                  <a:cubicBezTo>
                    <a:pt x="601" y="23"/>
                    <a:pt x="600" y="23"/>
                    <a:pt x="598" y="23"/>
                  </a:cubicBezTo>
                  <a:cubicBezTo>
                    <a:pt x="597" y="22"/>
                    <a:pt x="596" y="22"/>
                    <a:pt x="595" y="21"/>
                  </a:cubicBezTo>
                  <a:cubicBezTo>
                    <a:pt x="593" y="20"/>
                    <a:pt x="591" y="19"/>
                    <a:pt x="590" y="17"/>
                  </a:cubicBezTo>
                  <a:cubicBezTo>
                    <a:pt x="589" y="15"/>
                    <a:pt x="588" y="13"/>
                    <a:pt x="588" y="11"/>
                  </a:cubicBezTo>
                  <a:cubicBezTo>
                    <a:pt x="588" y="9"/>
                    <a:pt x="589" y="8"/>
                    <a:pt x="589" y="7"/>
                  </a:cubicBezTo>
                  <a:cubicBezTo>
                    <a:pt x="590" y="5"/>
                    <a:pt x="591" y="4"/>
                    <a:pt x="592" y="3"/>
                  </a:cubicBezTo>
                  <a:cubicBezTo>
                    <a:pt x="593" y="2"/>
                    <a:pt x="594" y="1"/>
                    <a:pt x="596" y="1"/>
                  </a:cubicBezTo>
                  <a:cubicBezTo>
                    <a:pt x="598" y="0"/>
                    <a:pt x="600" y="0"/>
                    <a:pt x="602" y="0"/>
                  </a:cubicBezTo>
                  <a:cubicBezTo>
                    <a:pt x="603" y="0"/>
                    <a:pt x="605" y="0"/>
                    <a:pt x="607" y="0"/>
                  </a:cubicBezTo>
                  <a:cubicBezTo>
                    <a:pt x="609" y="1"/>
                    <a:pt x="610" y="2"/>
                    <a:pt x="611" y="2"/>
                  </a:cubicBezTo>
                  <a:cubicBezTo>
                    <a:pt x="612" y="1"/>
                    <a:pt x="612" y="1"/>
                    <a:pt x="612" y="1"/>
                  </a:cubicBezTo>
                  <a:cubicBezTo>
                    <a:pt x="615" y="1"/>
                    <a:pt x="615" y="1"/>
                    <a:pt x="615" y="1"/>
                  </a:cubicBezTo>
                  <a:cubicBezTo>
                    <a:pt x="615" y="13"/>
                    <a:pt x="615" y="13"/>
                    <a:pt x="615" y="13"/>
                  </a:cubicBezTo>
                  <a:cubicBezTo>
                    <a:pt x="613" y="13"/>
                    <a:pt x="613" y="13"/>
                    <a:pt x="613" y="13"/>
                  </a:cubicBezTo>
                  <a:cubicBezTo>
                    <a:pt x="612" y="12"/>
                    <a:pt x="611" y="10"/>
                    <a:pt x="611" y="9"/>
                  </a:cubicBezTo>
                  <a:cubicBezTo>
                    <a:pt x="610" y="8"/>
                    <a:pt x="609" y="6"/>
                    <a:pt x="609" y="6"/>
                  </a:cubicBezTo>
                  <a:cubicBezTo>
                    <a:pt x="608" y="5"/>
                    <a:pt x="607" y="4"/>
                    <a:pt x="606" y="3"/>
                  </a:cubicBezTo>
                  <a:cubicBezTo>
                    <a:pt x="605" y="3"/>
                    <a:pt x="604" y="2"/>
                    <a:pt x="602" y="2"/>
                  </a:cubicBezTo>
                  <a:cubicBezTo>
                    <a:pt x="601" y="2"/>
                    <a:pt x="599" y="3"/>
                    <a:pt x="598" y="4"/>
                  </a:cubicBezTo>
                  <a:cubicBezTo>
                    <a:pt x="597" y="5"/>
                    <a:pt x="596" y="6"/>
                    <a:pt x="596" y="8"/>
                  </a:cubicBezTo>
                  <a:cubicBezTo>
                    <a:pt x="596" y="9"/>
                    <a:pt x="597" y="10"/>
                    <a:pt x="598" y="11"/>
                  </a:cubicBezTo>
                  <a:cubicBezTo>
                    <a:pt x="599" y="12"/>
                    <a:pt x="600" y="13"/>
                    <a:pt x="602" y="14"/>
                  </a:cubicBezTo>
                  <a:cubicBezTo>
                    <a:pt x="604" y="14"/>
                    <a:pt x="605" y="15"/>
                    <a:pt x="606" y="15"/>
                  </a:cubicBezTo>
                  <a:cubicBezTo>
                    <a:pt x="607" y="16"/>
                    <a:pt x="608" y="16"/>
                    <a:pt x="609" y="17"/>
                  </a:cubicBezTo>
                  <a:cubicBezTo>
                    <a:pt x="612" y="17"/>
                    <a:pt x="613" y="19"/>
                    <a:pt x="615" y="21"/>
                  </a:cubicBezTo>
                  <a:cubicBezTo>
                    <a:pt x="616" y="22"/>
                    <a:pt x="617" y="24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3"/>
                    <a:pt x="614" y="34"/>
                    <a:pt x="613" y="35"/>
                  </a:cubicBezTo>
                  <a:cubicBezTo>
                    <a:pt x="611" y="36"/>
                    <a:pt x="610" y="37"/>
                    <a:pt x="608" y="38"/>
                  </a:cubicBezTo>
                  <a:cubicBezTo>
                    <a:pt x="607" y="38"/>
                    <a:pt x="605" y="39"/>
                    <a:pt x="602" y="39"/>
                  </a:cubicBezTo>
                  <a:close/>
                  <a:moveTo>
                    <a:pt x="640" y="38"/>
                  </a:moveTo>
                  <a:cubicBezTo>
                    <a:pt x="620" y="38"/>
                    <a:pt x="620" y="38"/>
                    <a:pt x="620" y="38"/>
                  </a:cubicBezTo>
                  <a:cubicBezTo>
                    <a:pt x="620" y="36"/>
                    <a:pt x="620" y="36"/>
                    <a:pt x="620" y="36"/>
                  </a:cubicBezTo>
                  <a:cubicBezTo>
                    <a:pt x="621" y="36"/>
                    <a:pt x="622" y="36"/>
                    <a:pt x="622" y="36"/>
                  </a:cubicBezTo>
                  <a:cubicBezTo>
                    <a:pt x="623" y="35"/>
                    <a:pt x="624" y="35"/>
                    <a:pt x="624" y="35"/>
                  </a:cubicBezTo>
                  <a:cubicBezTo>
                    <a:pt x="625" y="35"/>
                    <a:pt x="625" y="35"/>
                    <a:pt x="625" y="34"/>
                  </a:cubicBezTo>
                  <a:cubicBezTo>
                    <a:pt x="626" y="34"/>
                    <a:pt x="626" y="33"/>
                    <a:pt x="626" y="32"/>
                  </a:cubicBezTo>
                  <a:cubicBezTo>
                    <a:pt x="626" y="6"/>
                    <a:pt x="626" y="6"/>
                    <a:pt x="626" y="6"/>
                  </a:cubicBezTo>
                  <a:cubicBezTo>
                    <a:pt x="626" y="6"/>
                    <a:pt x="626" y="5"/>
                    <a:pt x="625" y="5"/>
                  </a:cubicBezTo>
                  <a:cubicBezTo>
                    <a:pt x="625" y="4"/>
                    <a:pt x="625" y="4"/>
                    <a:pt x="624" y="4"/>
                  </a:cubicBezTo>
                  <a:cubicBezTo>
                    <a:pt x="624" y="4"/>
                    <a:pt x="623" y="3"/>
                    <a:pt x="622" y="3"/>
                  </a:cubicBezTo>
                  <a:cubicBezTo>
                    <a:pt x="622" y="3"/>
                    <a:pt x="621" y="3"/>
                    <a:pt x="620" y="3"/>
                  </a:cubicBezTo>
                  <a:cubicBezTo>
                    <a:pt x="620" y="1"/>
                    <a:pt x="620" y="1"/>
                    <a:pt x="620" y="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40" y="3"/>
                    <a:pt x="640" y="3"/>
                    <a:pt x="640" y="3"/>
                  </a:cubicBezTo>
                  <a:cubicBezTo>
                    <a:pt x="639" y="3"/>
                    <a:pt x="639" y="3"/>
                    <a:pt x="638" y="3"/>
                  </a:cubicBezTo>
                  <a:cubicBezTo>
                    <a:pt x="637" y="3"/>
                    <a:pt x="637" y="3"/>
                    <a:pt x="636" y="3"/>
                  </a:cubicBezTo>
                  <a:cubicBezTo>
                    <a:pt x="635" y="4"/>
                    <a:pt x="635" y="4"/>
                    <a:pt x="634" y="4"/>
                  </a:cubicBezTo>
                  <a:cubicBezTo>
                    <a:pt x="634" y="5"/>
                    <a:pt x="634" y="5"/>
                    <a:pt x="634" y="6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33"/>
                    <a:pt x="634" y="33"/>
                    <a:pt x="634" y="34"/>
                  </a:cubicBezTo>
                  <a:cubicBezTo>
                    <a:pt x="635" y="34"/>
                    <a:pt x="635" y="35"/>
                    <a:pt x="636" y="35"/>
                  </a:cubicBezTo>
                  <a:cubicBezTo>
                    <a:pt x="636" y="35"/>
                    <a:pt x="637" y="35"/>
                    <a:pt x="638" y="35"/>
                  </a:cubicBezTo>
                  <a:cubicBezTo>
                    <a:pt x="638" y="36"/>
                    <a:pt x="639" y="36"/>
                    <a:pt x="640" y="36"/>
                  </a:cubicBezTo>
                  <a:cubicBezTo>
                    <a:pt x="640" y="38"/>
                    <a:pt x="640" y="38"/>
                    <a:pt x="640" y="38"/>
                  </a:cubicBezTo>
                  <a:close/>
                  <a:moveTo>
                    <a:pt x="674" y="11"/>
                  </a:moveTo>
                  <a:cubicBezTo>
                    <a:pt x="672" y="11"/>
                    <a:pt x="672" y="11"/>
                    <a:pt x="672" y="11"/>
                  </a:cubicBezTo>
                  <a:cubicBezTo>
                    <a:pt x="671" y="10"/>
                    <a:pt x="671" y="8"/>
                    <a:pt x="670" y="6"/>
                  </a:cubicBezTo>
                  <a:cubicBezTo>
                    <a:pt x="668" y="4"/>
                    <a:pt x="667" y="4"/>
                    <a:pt x="666" y="3"/>
                  </a:cubicBezTo>
                  <a:cubicBezTo>
                    <a:pt x="666" y="3"/>
                    <a:pt x="665" y="3"/>
                    <a:pt x="664" y="3"/>
                  </a:cubicBezTo>
                  <a:cubicBezTo>
                    <a:pt x="664" y="3"/>
                    <a:pt x="663" y="3"/>
                    <a:pt x="662" y="3"/>
                  </a:cubicBezTo>
                  <a:cubicBezTo>
                    <a:pt x="661" y="3"/>
                    <a:pt x="661" y="3"/>
                    <a:pt x="661" y="3"/>
                  </a:cubicBezTo>
                  <a:cubicBezTo>
                    <a:pt x="661" y="32"/>
                    <a:pt x="661" y="32"/>
                    <a:pt x="661" y="32"/>
                  </a:cubicBezTo>
                  <a:cubicBezTo>
                    <a:pt x="661" y="33"/>
                    <a:pt x="662" y="33"/>
                    <a:pt x="662" y="34"/>
                  </a:cubicBezTo>
                  <a:cubicBezTo>
                    <a:pt x="662" y="34"/>
                    <a:pt x="662" y="34"/>
                    <a:pt x="663" y="35"/>
                  </a:cubicBezTo>
                  <a:cubicBezTo>
                    <a:pt x="663" y="35"/>
                    <a:pt x="664" y="35"/>
                    <a:pt x="665" y="35"/>
                  </a:cubicBezTo>
                  <a:cubicBezTo>
                    <a:pt x="666" y="36"/>
                    <a:pt x="666" y="36"/>
                    <a:pt x="667" y="36"/>
                  </a:cubicBezTo>
                  <a:cubicBezTo>
                    <a:pt x="667" y="38"/>
                    <a:pt x="667" y="38"/>
                    <a:pt x="667" y="38"/>
                  </a:cubicBezTo>
                  <a:cubicBezTo>
                    <a:pt x="647" y="38"/>
                    <a:pt x="647" y="38"/>
                    <a:pt x="647" y="38"/>
                  </a:cubicBezTo>
                  <a:cubicBezTo>
                    <a:pt x="647" y="36"/>
                    <a:pt x="647" y="36"/>
                    <a:pt x="647" y="36"/>
                  </a:cubicBezTo>
                  <a:cubicBezTo>
                    <a:pt x="648" y="36"/>
                    <a:pt x="649" y="36"/>
                    <a:pt x="649" y="35"/>
                  </a:cubicBezTo>
                  <a:cubicBezTo>
                    <a:pt x="650" y="35"/>
                    <a:pt x="651" y="35"/>
                    <a:pt x="651" y="35"/>
                  </a:cubicBezTo>
                  <a:cubicBezTo>
                    <a:pt x="652" y="35"/>
                    <a:pt x="652" y="34"/>
                    <a:pt x="652" y="34"/>
                  </a:cubicBezTo>
                  <a:cubicBezTo>
                    <a:pt x="653" y="34"/>
                    <a:pt x="653" y="33"/>
                    <a:pt x="653" y="32"/>
                  </a:cubicBezTo>
                  <a:cubicBezTo>
                    <a:pt x="653" y="3"/>
                    <a:pt x="653" y="3"/>
                    <a:pt x="653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3"/>
                    <a:pt x="650" y="3"/>
                    <a:pt x="650" y="3"/>
                  </a:cubicBezTo>
                  <a:cubicBezTo>
                    <a:pt x="649" y="3"/>
                    <a:pt x="648" y="3"/>
                    <a:pt x="648" y="3"/>
                  </a:cubicBezTo>
                  <a:cubicBezTo>
                    <a:pt x="647" y="4"/>
                    <a:pt x="646" y="4"/>
                    <a:pt x="645" y="6"/>
                  </a:cubicBezTo>
                  <a:cubicBezTo>
                    <a:pt x="643" y="8"/>
                    <a:pt x="643" y="10"/>
                    <a:pt x="642" y="11"/>
                  </a:cubicBezTo>
                  <a:cubicBezTo>
                    <a:pt x="640" y="11"/>
                    <a:pt x="640" y="11"/>
                    <a:pt x="640" y="11"/>
                  </a:cubicBezTo>
                  <a:cubicBezTo>
                    <a:pt x="640" y="1"/>
                    <a:pt x="640" y="1"/>
                    <a:pt x="640" y="1"/>
                  </a:cubicBezTo>
                  <a:cubicBezTo>
                    <a:pt x="674" y="1"/>
                    <a:pt x="674" y="1"/>
                    <a:pt x="674" y="1"/>
                  </a:cubicBezTo>
                  <a:cubicBezTo>
                    <a:pt x="674" y="11"/>
                    <a:pt x="674" y="11"/>
                    <a:pt x="674" y="11"/>
                  </a:cubicBezTo>
                  <a:close/>
                  <a:moveTo>
                    <a:pt x="714" y="3"/>
                  </a:moveTo>
                  <a:cubicBezTo>
                    <a:pt x="714" y="3"/>
                    <a:pt x="713" y="3"/>
                    <a:pt x="713" y="3"/>
                  </a:cubicBezTo>
                  <a:cubicBezTo>
                    <a:pt x="712" y="3"/>
                    <a:pt x="712" y="4"/>
                    <a:pt x="711" y="4"/>
                  </a:cubicBezTo>
                  <a:cubicBezTo>
                    <a:pt x="711" y="4"/>
                    <a:pt x="710" y="5"/>
                    <a:pt x="709" y="5"/>
                  </a:cubicBezTo>
                  <a:cubicBezTo>
                    <a:pt x="709" y="6"/>
                    <a:pt x="709" y="7"/>
                    <a:pt x="708" y="8"/>
                  </a:cubicBezTo>
                  <a:cubicBezTo>
                    <a:pt x="707" y="9"/>
                    <a:pt x="706" y="11"/>
                    <a:pt x="704" y="13"/>
                  </a:cubicBezTo>
                  <a:cubicBezTo>
                    <a:pt x="703" y="15"/>
                    <a:pt x="702" y="17"/>
                    <a:pt x="701" y="19"/>
                  </a:cubicBezTo>
                  <a:cubicBezTo>
                    <a:pt x="700" y="21"/>
                    <a:pt x="699" y="22"/>
                    <a:pt x="699" y="23"/>
                  </a:cubicBezTo>
                  <a:cubicBezTo>
                    <a:pt x="699" y="23"/>
                    <a:pt x="699" y="25"/>
                    <a:pt x="699" y="27"/>
                  </a:cubicBezTo>
                  <a:cubicBezTo>
                    <a:pt x="699" y="32"/>
                    <a:pt x="699" y="32"/>
                    <a:pt x="699" y="32"/>
                  </a:cubicBezTo>
                  <a:cubicBezTo>
                    <a:pt x="699" y="33"/>
                    <a:pt x="699" y="33"/>
                    <a:pt x="699" y="34"/>
                  </a:cubicBezTo>
                  <a:cubicBezTo>
                    <a:pt x="699" y="34"/>
                    <a:pt x="700" y="34"/>
                    <a:pt x="700" y="35"/>
                  </a:cubicBezTo>
                  <a:cubicBezTo>
                    <a:pt x="701" y="35"/>
                    <a:pt x="701" y="35"/>
                    <a:pt x="702" y="35"/>
                  </a:cubicBezTo>
                  <a:cubicBezTo>
                    <a:pt x="703" y="36"/>
                    <a:pt x="704" y="36"/>
                    <a:pt x="704" y="36"/>
                  </a:cubicBezTo>
                  <a:cubicBezTo>
                    <a:pt x="704" y="38"/>
                    <a:pt x="704" y="38"/>
                    <a:pt x="704" y="38"/>
                  </a:cubicBezTo>
                  <a:cubicBezTo>
                    <a:pt x="685" y="38"/>
                    <a:pt x="685" y="38"/>
                    <a:pt x="685" y="38"/>
                  </a:cubicBezTo>
                  <a:cubicBezTo>
                    <a:pt x="685" y="36"/>
                    <a:pt x="685" y="36"/>
                    <a:pt x="685" y="36"/>
                  </a:cubicBezTo>
                  <a:cubicBezTo>
                    <a:pt x="685" y="36"/>
                    <a:pt x="686" y="36"/>
                    <a:pt x="687" y="36"/>
                  </a:cubicBezTo>
                  <a:cubicBezTo>
                    <a:pt x="688" y="35"/>
                    <a:pt x="688" y="35"/>
                    <a:pt x="689" y="35"/>
                  </a:cubicBezTo>
                  <a:cubicBezTo>
                    <a:pt x="689" y="35"/>
                    <a:pt x="690" y="34"/>
                    <a:pt x="690" y="34"/>
                  </a:cubicBezTo>
                  <a:cubicBezTo>
                    <a:pt x="690" y="34"/>
                    <a:pt x="690" y="33"/>
                    <a:pt x="690" y="32"/>
                  </a:cubicBezTo>
                  <a:cubicBezTo>
                    <a:pt x="690" y="26"/>
                    <a:pt x="690" y="26"/>
                    <a:pt x="690" y="26"/>
                  </a:cubicBezTo>
                  <a:cubicBezTo>
                    <a:pt x="690" y="25"/>
                    <a:pt x="690" y="25"/>
                    <a:pt x="690" y="24"/>
                  </a:cubicBezTo>
                  <a:cubicBezTo>
                    <a:pt x="690" y="24"/>
                    <a:pt x="690" y="23"/>
                    <a:pt x="690" y="23"/>
                  </a:cubicBezTo>
                  <a:cubicBezTo>
                    <a:pt x="690" y="23"/>
                    <a:pt x="690" y="22"/>
                    <a:pt x="689" y="22"/>
                  </a:cubicBezTo>
                  <a:cubicBezTo>
                    <a:pt x="689" y="21"/>
                    <a:pt x="689" y="21"/>
                    <a:pt x="688" y="20"/>
                  </a:cubicBezTo>
                  <a:cubicBezTo>
                    <a:pt x="687" y="18"/>
                    <a:pt x="686" y="15"/>
                    <a:pt x="685" y="13"/>
                  </a:cubicBezTo>
                  <a:cubicBezTo>
                    <a:pt x="683" y="11"/>
                    <a:pt x="682" y="9"/>
                    <a:pt x="681" y="7"/>
                  </a:cubicBezTo>
                  <a:cubicBezTo>
                    <a:pt x="681" y="6"/>
                    <a:pt x="680" y="6"/>
                    <a:pt x="680" y="5"/>
                  </a:cubicBezTo>
                  <a:cubicBezTo>
                    <a:pt x="679" y="4"/>
                    <a:pt x="679" y="4"/>
                    <a:pt x="678" y="4"/>
                  </a:cubicBezTo>
                  <a:cubicBezTo>
                    <a:pt x="677" y="3"/>
                    <a:pt x="677" y="3"/>
                    <a:pt x="676" y="3"/>
                  </a:cubicBezTo>
                  <a:cubicBezTo>
                    <a:pt x="676" y="3"/>
                    <a:pt x="675" y="3"/>
                    <a:pt x="675" y="3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94" y="1"/>
                    <a:pt x="694" y="1"/>
                    <a:pt x="694" y="1"/>
                  </a:cubicBezTo>
                  <a:cubicBezTo>
                    <a:pt x="694" y="3"/>
                    <a:pt x="694" y="3"/>
                    <a:pt x="694" y="3"/>
                  </a:cubicBezTo>
                  <a:cubicBezTo>
                    <a:pt x="693" y="3"/>
                    <a:pt x="692" y="3"/>
                    <a:pt x="691" y="3"/>
                  </a:cubicBezTo>
                  <a:cubicBezTo>
                    <a:pt x="690" y="3"/>
                    <a:pt x="690" y="4"/>
                    <a:pt x="690" y="4"/>
                  </a:cubicBezTo>
                  <a:cubicBezTo>
                    <a:pt x="690" y="4"/>
                    <a:pt x="690" y="5"/>
                    <a:pt x="690" y="5"/>
                  </a:cubicBezTo>
                  <a:cubicBezTo>
                    <a:pt x="690" y="6"/>
                    <a:pt x="691" y="7"/>
                    <a:pt x="692" y="8"/>
                  </a:cubicBezTo>
                  <a:cubicBezTo>
                    <a:pt x="692" y="9"/>
                    <a:pt x="693" y="10"/>
                    <a:pt x="694" y="12"/>
                  </a:cubicBezTo>
                  <a:cubicBezTo>
                    <a:pt x="695" y="15"/>
                    <a:pt x="696" y="17"/>
                    <a:pt x="698" y="19"/>
                  </a:cubicBezTo>
                  <a:cubicBezTo>
                    <a:pt x="701" y="14"/>
                    <a:pt x="703" y="10"/>
                    <a:pt x="704" y="8"/>
                  </a:cubicBezTo>
                  <a:cubicBezTo>
                    <a:pt x="705" y="6"/>
                    <a:pt x="706" y="5"/>
                    <a:pt x="706" y="5"/>
                  </a:cubicBezTo>
                  <a:cubicBezTo>
                    <a:pt x="706" y="4"/>
                    <a:pt x="705" y="4"/>
                    <a:pt x="705" y="3"/>
                  </a:cubicBezTo>
                  <a:cubicBezTo>
                    <a:pt x="704" y="3"/>
                    <a:pt x="703" y="3"/>
                    <a:pt x="702" y="3"/>
                  </a:cubicBezTo>
                  <a:cubicBezTo>
                    <a:pt x="702" y="1"/>
                    <a:pt x="702" y="1"/>
                    <a:pt x="702" y="1"/>
                  </a:cubicBezTo>
                  <a:cubicBezTo>
                    <a:pt x="714" y="1"/>
                    <a:pt x="714" y="1"/>
                    <a:pt x="714" y="1"/>
                  </a:cubicBezTo>
                  <a:lnTo>
                    <a:pt x="714" y="3"/>
                  </a:lnTo>
                  <a:close/>
                  <a:moveTo>
                    <a:pt x="566" y="1"/>
                  </a:moveTo>
                  <a:cubicBezTo>
                    <a:pt x="566" y="3"/>
                    <a:pt x="566" y="3"/>
                    <a:pt x="566" y="3"/>
                  </a:cubicBezTo>
                  <a:cubicBezTo>
                    <a:pt x="565" y="3"/>
                    <a:pt x="564" y="3"/>
                    <a:pt x="563" y="3"/>
                  </a:cubicBezTo>
                  <a:cubicBezTo>
                    <a:pt x="561" y="3"/>
                    <a:pt x="561" y="3"/>
                    <a:pt x="561" y="3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3" y="19"/>
                    <a:pt x="563" y="19"/>
                    <a:pt x="563" y="19"/>
                  </a:cubicBezTo>
                  <a:cubicBezTo>
                    <a:pt x="564" y="19"/>
                    <a:pt x="565" y="19"/>
                    <a:pt x="566" y="18"/>
                  </a:cubicBezTo>
                  <a:cubicBezTo>
                    <a:pt x="566" y="25"/>
                    <a:pt x="566" y="25"/>
                    <a:pt x="566" y="25"/>
                  </a:cubicBezTo>
                  <a:cubicBezTo>
                    <a:pt x="565" y="24"/>
                    <a:pt x="564" y="23"/>
                    <a:pt x="562" y="21"/>
                  </a:cubicBezTo>
                  <a:cubicBezTo>
                    <a:pt x="561" y="21"/>
                    <a:pt x="561" y="21"/>
                    <a:pt x="561" y="21"/>
                  </a:cubicBezTo>
                  <a:cubicBezTo>
                    <a:pt x="561" y="32"/>
                    <a:pt x="561" y="32"/>
                    <a:pt x="561" y="32"/>
                  </a:cubicBezTo>
                  <a:cubicBezTo>
                    <a:pt x="561" y="33"/>
                    <a:pt x="561" y="33"/>
                    <a:pt x="562" y="34"/>
                  </a:cubicBezTo>
                  <a:cubicBezTo>
                    <a:pt x="562" y="34"/>
                    <a:pt x="562" y="35"/>
                    <a:pt x="563" y="35"/>
                  </a:cubicBezTo>
                  <a:cubicBezTo>
                    <a:pt x="563" y="35"/>
                    <a:pt x="564" y="35"/>
                    <a:pt x="564" y="35"/>
                  </a:cubicBezTo>
                  <a:cubicBezTo>
                    <a:pt x="565" y="36"/>
                    <a:pt x="565" y="36"/>
                    <a:pt x="566" y="36"/>
                  </a:cubicBezTo>
                  <a:cubicBezTo>
                    <a:pt x="566" y="38"/>
                    <a:pt x="566" y="38"/>
                    <a:pt x="566" y="38"/>
                  </a:cubicBezTo>
                  <a:cubicBezTo>
                    <a:pt x="548" y="38"/>
                    <a:pt x="548" y="38"/>
                    <a:pt x="548" y="38"/>
                  </a:cubicBezTo>
                  <a:cubicBezTo>
                    <a:pt x="548" y="36"/>
                    <a:pt x="548" y="36"/>
                    <a:pt x="548" y="36"/>
                  </a:cubicBezTo>
                  <a:cubicBezTo>
                    <a:pt x="548" y="36"/>
                    <a:pt x="549" y="36"/>
                    <a:pt x="549" y="35"/>
                  </a:cubicBezTo>
                  <a:cubicBezTo>
                    <a:pt x="550" y="35"/>
                    <a:pt x="551" y="35"/>
                    <a:pt x="551" y="35"/>
                  </a:cubicBezTo>
                  <a:cubicBezTo>
                    <a:pt x="552" y="35"/>
                    <a:pt x="552" y="34"/>
                    <a:pt x="552" y="34"/>
                  </a:cubicBezTo>
                  <a:cubicBezTo>
                    <a:pt x="552" y="34"/>
                    <a:pt x="553" y="33"/>
                    <a:pt x="553" y="32"/>
                  </a:cubicBezTo>
                  <a:cubicBezTo>
                    <a:pt x="553" y="6"/>
                    <a:pt x="553" y="6"/>
                    <a:pt x="553" y="6"/>
                  </a:cubicBezTo>
                  <a:cubicBezTo>
                    <a:pt x="553" y="6"/>
                    <a:pt x="552" y="5"/>
                    <a:pt x="552" y="5"/>
                  </a:cubicBezTo>
                  <a:cubicBezTo>
                    <a:pt x="552" y="4"/>
                    <a:pt x="552" y="4"/>
                    <a:pt x="551" y="4"/>
                  </a:cubicBezTo>
                  <a:cubicBezTo>
                    <a:pt x="550" y="3"/>
                    <a:pt x="550" y="3"/>
                    <a:pt x="549" y="3"/>
                  </a:cubicBezTo>
                  <a:cubicBezTo>
                    <a:pt x="548" y="3"/>
                    <a:pt x="548" y="3"/>
                    <a:pt x="548" y="3"/>
                  </a:cubicBezTo>
                  <a:cubicBezTo>
                    <a:pt x="548" y="1"/>
                    <a:pt x="548" y="1"/>
                    <a:pt x="548" y="1"/>
                  </a:cubicBezTo>
                  <a:cubicBezTo>
                    <a:pt x="566" y="1"/>
                    <a:pt x="566" y="1"/>
                    <a:pt x="566" y="1"/>
                  </a:cubicBezTo>
                  <a:close/>
                  <a:moveTo>
                    <a:pt x="219" y="45"/>
                  </a:moveTo>
                  <a:cubicBezTo>
                    <a:pt x="219" y="36"/>
                    <a:pt x="219" y="36"/>
                    <a:pt x="219" y="36"/>
                  </a:cubicBezTo>
                  <a:cubicBezTo>
                    <a:pt x="219" y="36"/>
                    <a:pt x="219" y="36"/>
                    <a:pt x="219" y="36"/>
                  </a:cubicBezTo>
                  <a:cubicBezTo>
                    <a:pt x="221" y="36"/>
                    <a:pt x="222" y="36"/>
                    <a:pt x="223" y="35"/>
                  </a:cubicBezTo>
                  <a:cubicBezTo>
                    <a:pt x="224" y="34"/>
                    <a:pt x="225" y="33"/>
                    <a:pt x="226" y="31"/>
                  </a:cubicBezTo>
                  <a:cubicBezTo>
                    <a:pt x="227" y="30"/>
                    <a:pt x="227" y="28"/>
                    <a:pt x="228" y="26"/>
                  </a:cubicBezTo>
                  <a:cubicBezTo>
                    <a:pt x="228" y="24"/>
                    <a:pt x="228" y="22"/>
                    <a:pt x="228" y="19"/>
                  </a:cubicBezTo>
                  <a:cubicBezTo>
                    <a:pt x="228" y="17"/>
                    <a:pt x="228" y="15"/>
                    <a:pt x="228" y="13"/>
                  </a:cubicBezTo>
                  <a:cubicBezTo>
                    <a:pt x="227" y="11"/>
                    <a:pt x="227" y="9"/>
                    <a:pt x="226" y="7"/>
                  </a:cubicBezTo>
                  <a:cubicBezTo>
                    <a:pt x="225" y="6"/>
                    <a:pt x="224" y="5"/>
                    <a:pt x="223" y="4"/>
                  </a:cubicBezTo>
                  <a:cubicBezTo>
                    <a:pt x="222" y="3"/>
                    <a:pt x="221" y="2"/>
                    <a:pt x="219" y="2"/>
                  </a:cubicBezTo>
                  <a:cubicBezTo>
                    <a:pt x="219" y="2"/>
                    <a:pt x="219" y="2"/>
                    <a:pt x="219" y="2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22" y="0"/>
                    <a:pt x="224" y="0"/>
                    <a:pt x="226" y="1"/>
                  </a:cubicBezTo>
                  <a:cubicBezTo>
                    <a:pt x="228" y="2"/>
                    <a:pt x="230" y="3"/>
                    <a:pt x="232" y="5"/>
                  </a:cubicBezTo>
                  <a:cubicBezTo>
                    <a:pt x="234" y="6"/>
                    <a:pt x="235" y="8"/>
                    <a:pt x="236" y="11"/>
                  </a:cubicBezTo>
                  <a:cubicBezTo>
                    <a:pt x="237" y="13"/>
                    <a:pt x="238" y="16"/>
                    <a:pt x="238" y="19"/>
                  </a:cubicBezTo>
                  <a:cubicBezTo>
                    <a:pt x="238" y="23"/>
                    <a:pt x="237" y="27"/>
                    <a:pt x="235" y="30"/>
                  </a:cubicBezTo>
                  <a:cubicBezTo>
                    <a:pt x="233" y="34"/>
                    <a:pt x="230" y="36"/>
                    <a:pt x="226" y="37"/>
                  </a:cubicBezTo>
                  <a:cubicBezTo>
                    <a:pt x="226" y="39"/>
                    <a:pt x="227" y="41"/>
                    <a:pt x="228" y="43"/>
                  </a:cubicBezTo>
                  <a:cubicBezTo>
                    <a:pt x="229" y="44"/>
                    <a:pt x="230" y="45"/>
                    <a:pt x="232" y="45"/>
                  </a:cubicBezTo>
                  <a:cubicBezTo>
                    <a:pt x="233" y="45"/>
                    <a:pt x="234" y="45"/>
                    <a:pt x="234" y="45"/>
                  </a:cubicBezTo>
                  <a:cubicBezTo>
                    <a:pt x="235" y="44"/>
                    <a:pt x="236" y="44"/>
                    <a:pt x="236" y="44"/>
                  </a:cubicBezTo>
                  <a:cubicBezTo>
                    <a:pt x="236" y="46"/>
                    <a:pt x="236" y="46"/>
                    <a:pt x="236" y="46"/>
                  </a:cubicBezTo>
                  <a:cubicBezTo>
                    <a:pt x="235" y="47"/>
                    <a:pt x="234" y="47"/>
                    <a:pt x="232" y="48"/>
                  </a:cubicBezTo>
                  <a:cubicBezTo>
                    <a:pt x="230" y="48"/>
                    <a:pt x="228" y="48"/>
                    <a:pt x="226" y="48"/>
                  </a:cubicBezTo>
                  <a:cubicBezTo>
                    <a:pt x="224" y="48"/>
                    <a:pt x="222" y="48"/>
                    <a:pt x="220" y="46"/>
                  </a:cubicBezTo>
                  <a:cubicBezTo>
                    <a:pt x="219" y="46"/>
                    <a:pt x="219" y="45"/>
                    <a:pt x="219" y="45"/>
                  </a:cubicBezTo>
                  <a:close/>
                  <a:moveTo>
                    <a:pt x="259" y="38"/>
                  </a:moveTo>
                  <a:cubicBezTo>
                    <a:pt x="240" y="38"/>
                    <a:pt x="240" y="38"/>
                    <a:pt x="240" y="38"/>
                  </a:cubicBezTo>
                  <a:cubicBezTo>
                    <a:pt x="240" y="36"/>
                    <a:pt x="240" y="36"/>
                    <a:pt x="240" y="36"/>
                  </a:cubicBezTo>
                  <a:cubicBezTo>
                    <a:pt x="241" y="36"/>
                    <a:pt x="241" y="36"/>
                    <a:pt x="242" y="36"/>
                  </a:cubicBezTo>
                  <a:cubicBezTo>
                    <a:pt x="243" y="35"/>
                    <a:pt x="243" y="35"/>
                    <a:pt x="244" y="35"/>
                  </a:cubicBezTo>
                  <a:cubicBezTo>
                    <a:pt x="245" y="35"/>
                    <a:pt x="245" y="35"/>
                    <a:pt x="245" y="34"/>
                  </a:cubicBezTo>
                  <a:cubicBezTo>
                    <a:pt x="245" y="34"/>
                    <a:pt x="245" y="33"/>
                    <a:pt x="245" y="32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5" y="6"/>
                    <a:pt x="245" y="5"/>
                    <a:pt x="245" y="5"/>
                  </a:cubicBezTo>
                  <a:cubicBezTo>
                    <a:pt x="245" y="4"/>
                    <a:pt x="245" y="4"/>
                    <a:pt x="244" y="4"/>
                  </a:cubicBezTo>
                  <a:cubicBezTo>
                    <a:pt x="243" y="4"/>
                    <a:pt x="243" y="3"/>
                    <a:pt x="242" y="3"/>
                  </a:cubicBezTo>
                  <a:cubicBezTo>
                    <a:pt x="241" y="3"/>
                    <a:pt x="241" y="3"/>
                    <a:pt x="240" y="3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59" y="1"/>
                    <a:pt x="259" y="1"/>
                    <a:pt x="259" y="1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59" y="3"/>
                    <a:pt x="258" y="3"/>
                    <a:pt x="258" y="3"/>
                  </a:cubicBezTo>
                  <a:cubicBezTo>
                    <a:pt x="257" y="3"/>
                    <a:pt x="256" y="3"/>
                    <a:pt x="255" y="3"/>
                  </a:cubicBezTo>
                  <a:cubicBezTo>
                    <a:pt x="255" y="4"/>
                    <a:pt x="255" y="4"/>
                    <a:pt x="254" y="4"/>
                  </a:cubicBezTo>
                  <a:cubicBezTo>
                    <a:pt x="254" y="5"/>
                    <a:pt x="254" y="5"/>
                    <a:pt x="254" y="6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33"/>
                    <a:pt x="254" y="33"/>
                    <a:pt x="254" y="34"/>
                  </a:cubicBezTo>
                  <a:cubicBezTo>
                    <a:pt x="255" y="34"/>
                    <a:pt x="255" y="35"/>
                    <a:pt x="255" y="35"/>
                  </a:cubicBezTo>
                  <a:cubicBezTo>
                    <a:pt x="256" y="35"/>
                    <a:pt x="256" y="35"/>
                    <a:pt x="257" y="35"/>
                  </a:cubicBezTo>
                  <a:cubicBezTo>
                    <a:pt x="258" y="36"/>
                    <a:pt x="259" y="36"/>
                    <a:pt x="259" y="36"/>
                  </a:cubicBezTo>
                  <a:cubicBezTo>
                    <a:pt x="259" y="38"/>
                    <a:pt x="259" y="38"/>
                    <a:pt x="259" y="38"/>
                  </a:cubicBezTo>
                  <a:close/>
                  <a:moveTo>
                    <a:pt x="301" y="3"/>
                  </a:moveTo>
                  <a:cubicBezTo>
                    <a:pt x="301" y="3"/>
                    <a:pt x="300" y="3"/>
                    <a:pt x="300" y="3"/>
                  </a:cubicBezTo>
                  <a:cubicBezTo>
                    <a:pt x="299" y="3"/>
                    <a:pt x="298" y="4"/>
                    <a:pt x="297" y="4"/>
                  </a:cubicBezTo>
                  <a:cubicBezTo>
                    <a:pt x="297" y="4"/>
                    <a:pt x="296" y="5"/>
                    <a:pt x="296" y="6"/>
                  </a:cubicBezTo>
                  <a:cubicBezTo>
                    <a:pt x="296" y="8"/>
                    <a:pt x="296" y="9"/>
                    <a:pt x="296" y="11"/>
                  </a:cubicBezTo>
                  <a:cubicBezTo>
                    <a:pt x="296" y="38"/>
                    <a:pt x="296" y="38"/>
                    <a:pt x="296" y="38"/>
                  </a:cubicBezTo>
                  <a:cubicBezTo>
                    <a:pt x="291" y="38"/>
                    <a:pt x="291" y="38"/>
                    <a:pt x="291" y="38"/>
                  </a:cubicBezTo>
                  <a:cubicBezTo>
                    <a:pt x="270" y="9"/>
                    <a:pt x="270" y="9"/>
                    <a:pt x="270" y="9"/>
                  </a:cubicBezTo>
                  <a:cubicBezTo>
                    <a:pt x="270" y="27"/>
                    <a:pt x="270" y="27"/>
                    <a:pt x="270" y="27"/>
                  </a:cubicBezTo>
                  <a:cubicBezTo>
                    <a:pt x="270" y="29"/>
                    <a:pt x="270" y="30"/>
                    <a:pt x="270" y="31"/>
                  </a:cubicBezTo>
                  <a:cubicBezTo>
                    <a:pt x="270" y="33"/>
                    <a:pt x="271" y="34"/>
                    <a:pt x="271" y="34"/>
                  </a:cubicBezTo>
                  <a:cubicBezTo>
                    <a:pt x="272" y="34"/>
                    <a:pt x="272" y="35"/>
                    <a:pt x="273" y="35"/>
                  </a:cubicBezTo>
                  <a:cubicBezTo>
                    <a:pt x="274" y="35"/>
                    <a:pt x="275" y="36"/>
                    <a:pt x="276" y="36"/>
                  </a:cubicBezTo>
                  <a:cubicBezTo>
                    <a:pt x="276" y="38"/>
                    <a:pt x="276" y="38"/>
                    <a:pt x="276" y="38"/>
                  </a:cubicBezTo>
                  <a:cubicBezTo>
                    <a:pt x="261" y="38"/>
                    <a:pt x="261" y="38"/>
                    <a:pt x="261" y="38"/>
                  </a:cubicBezTo>
                  <a:cubicBezTo>
                    <a:pt x="261" y="36"/>
                    <a:pt x="261" y="36"/>
                    <a:pt x="261" y="36"/>
                  </a:cubicBezTo>
                  <a:cubicBezTo>
                    <a:pt x="262" y="36"/>
                    <a:pt x="262" y="36"/>
                    <a:pt x="263" y="35"/>
                  </a:cubicBezTo>
                  <a:cubicBezTo>
                    <a:pt x="264" y="35"/>
                    <a:pt x="264" y="35"/>
                    <a:pt x="265" y="34"/>
                  </a:cubicBezTo>
                  <a:cubicBezTo>
                    <a:pt x="266" y="34"/>
                    <a:pt x="266" y="33"/>
                    <a:pt x="266" y="32"/>
                  </a:cubicBezTo>
                  <a:cubicBezTo>
                    <a:pt x="267" y="31"/>
                    <a:pt x="267" y="29"/>
                    <a:pt x="267" y="27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7" y="8"/>
                    <a:pt x="267" y="8"/>
                    <a:pt x="266" y="7"/>
                  </a:cubicBezTo>
                  <a:cubicBezTo>
                    <a:pt x="266" y="6"/>
                    <a:pt x="266" y="6"/>
                    <a:pt x="265" y="5"/>
                  </a:cubicBezTo>
                  <a:cubicBezTo>
                    <a:pt x="265" y="4"/>
                    <a:pt x="264" y="4"/>
                    <a:pt x="263" y="4"/>
                  </a:cubicBezTo>
                  <a:cubicBezTo>
                    <a:pt x="262" y="3"/>
                    <a:pt x="262" y="3"/>
                    <a:pt x="261" y="3"/>
                  </a:cubicBezTo>
                  <a:cubicBezTo>
                    <a:pt x="261" y="1"/>
                    <a:pt x="261" y="1"/>
                    <a:pt x="261" y="1"/>
                  </a:cubicBezTo>
                  <a:cubicBezTo>
                    <a:pt x="274" y="1"/>
                    <a:pt x="274" y="1"/>
                    <a:pt x="274" y="1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12"/>
                    <a:pt x="293" y="12"/>
                    <a:pt x="293" y="12"/>
                  </a:cubicBezTo>
                  <a:cubicBezTo>
                    <a:pt x="293" y="9"/>
                    <a:pt x="292" y="8"/>
                    <a:pt x="292" y="7"/>
                  </a:cubicBezTo>
                  <a:cubicBezTo>
                    <a:pt x="292" y="6"/>
                    <a:pt x="291" y="5"/>
                    <a:pt x="291" y="4"/>
                  </a:cubicBezTo>
                  <a:cubicBezTo>
                    <a:pt x="290" y="4"/>
                    <a:pt x="290" y="4"/>
                    <a:pt x="289" y="3"/>
                  </a:cubicBezTo>
                  <a:cubicBezTo>
                    <a:pt x="288" y="3"/>
                    <a:pt x="287" y="3"/>
                    <a:pt x="287" y="3"/>
                  </a:cubicBezTo>
                  <a:cubicBezTo>
                    <a:pt x="287" y="1"/>
                    <a:pt x="287" y="1"/>
                    <a:pt x="287" y="1"/>
                  </a:cubicBezTo>
                  <a:cubicBezTo>
                    <a:pt x="301" y="1"/>
                    <a:pt x="301" y="1"/>
                    <a:pt x="301" y="1"/>
                  </a:cubicBezTo>
                  <a:cubicBezTo>
                    <a:pt x="301" y="3"/>
                    <a:pt x="301" y="3"/>
                    <a:pt x="301" y="3"/>
                  </a:cubicBezTo>
                  <a:close/>
                  <a:moveTo>
                    <a:pt x="341" y="23"/>
                  </a:moveTo>
                  <a:cubicBezTo>
                    <a:pt x="341" y="23"/>
                    <a:pt x="340" y="23"/>
                    <a:pt x="340" y="23"/>
                  </a:cubicBezTo>
                  <a:cubicBezTo>
                    <a:pt x="340" y="23"/>
                    <a:pt x="339" y="23"/>
                    <a:pt x="338" y="23"/>
                  </a:cubicBezTo>
                  <a:cubicBezTo>
                    <a:pt x="338" y="23"/>
                    <a:pt x="337" y="24"/>
                    <a:pt x="337" y="24"/>
                  </a:cubicBezTo>
                  <a:cubicBezTo>
                    <a:pt x="337" y="25"/>
                    <a:pt x="337" y="25"/>
                    <a:pt x="337" y="26"/>
                  </a:cubicBezTo>
                  <a:cubicBezTo>
                    <a:pt x="337" y="30"/>
                    <a:pt x="337" y="30"/>
                    <a:pt x="337" y="30"/>
                  </a:cubicBezTo>
                  <a:cubicBezTo>
                    <a:pt x="337" y="31"/>
                    <a:pt x="337" y="32"/>
                    <a:pt x="337" y="32"/>
                  </a:cubicBezTo>
                  <a:cubicBezTo>
                    <a:pt x="337" y="33"/>
                    <a:pt x="337" y="34"/>
                    <a:pt x="337" y="34"/>
                  </a:cubicBezTo>
                  <a:cubicBezTo>
                    <a:pt x="335" y="35"/>
                    <a:pt x="333" y="36"/>
                    <a:pt x="330" y="37"/>
                  </a:cubicBezTo>
                  <a:cubicBezTo>
                    <a:pt x="327" y="38"/>
                    <a:pt x="324" y="39"/>
                    <a:pt x="321" y="39"/>
                  </a:cubicBezTo>
                  <a:cubicBezTo>
                    <a:pt x="319" y="39"/>
                    <a:pt x="316" y="38"/>
                    <a:pt x="314" y="38"/>
                  </a:cubicBezTo>
                  <a:cubicBezTo>
                    <a:pt x="312" y="37"/>
                    <a:pt x="310" y="35"/>
                    <a:pt x="308" y="34"/>
                  </a:cubicBezTo>
                  <a:cubicBezTo>
                    <a:pt x="306" y="32"/>
                    <a:pt x="305" y="30"/>
                    <a:pt x="304" y="28"/>
                  </a:cubicBezTo>
                  <a:cubicBezTo>
                    <a:pt x="303" y="25"/>
                    <a:pt x="303" y="23"/>
                    <a:pt x="303" y="19"/>
                  </a:cubicBezTo>
                  <a:cubicBezTo>
                    <a:pt x="303" y="17"/>
                    <a:pt x="303" y="14"/>
                    <a:pt x="304" y="12"/>
                  </a:cubicBezTo>
                  <a:cubicBezTo>
                    <a:pt x="305" y="9"/>
                    <a:pt x="306" y="7"/>
                    <a:pt x="308" y="5"/>
                  </a:cubicBezTo>
                  <a:cubicBezTo>
                    <a:pt x="310" y="3"/>
                    <a:pt x="312" y="2"/>
                    <a:pt x="314" y="1"/>
                  </a:cubicBezTo>
                  <a:cubicBezTo>
                    <a:pt x="317" y="0"/>
                    <a:pt x="319" y="0"/>
                    <a:pt x="322" y="0"/>
                  </a:cubicBezTo>
                  <a:cubicBezTo>
                    <a:pt x="324" y="0"/>
                    <a:pt x="326" y="0"/>
                    <a:pt x="327" y="0"/>
                  </a:cubicBezTo>
                  <a:cubicBezTo>
                    <a:pt x="329" y="1"/>
                    <a:pt x="330" y="2"/>
                    <a:pt x="332" y="2"/>
                  </a:cubicBezTo>
                  <a:cubicBezTo>
                    <a:pt x="333" y="1"/>
                    <a:pt x="333" y="1"/>
                    <a:pt x="333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4"/>
                    <a:pt x="335" y="14"/>
                    <a:pt x="335" y="14"/>
                  </a:cubicBezTo>
                  <a:cubicBezTo>
                    <a:pt x="333" y="14"/>
                    <a:pt x="333" y="14"/>
                    <a:pt x="333" y="14"/>
                  </a:cubicBezTo>
                  <a:cubicBezTo>
                    <a:pt x="332" y="10"/>
                    <a:pt x="331" y="7"/>
                    <a:pt x="329" y="5"/>
                  </a:cubicBezTo>
                  <a:cubicBezTo>
                    <a:pt x="327" y="3"/>
                    <a:pt x="325" y="2"/>
                    <a:pt x="322" y="2"/>
                  </a:cubicBezTo>
                  <a:cubicBezTo>
                    <a:pt x="319" y="2"/>
                    <a:pt x="317" y="4"/>
                    <a:pt x="315" y="6"/>
                  </a:cubicBezTo>
                  <a:cubicBezTo>
                    <a:pt x="313" y="10"/>
                    <a:pt x="313" y="13"/>
                    <a:pt x="313" y="19"/>
                  </a:cubicBezTo>
                  <a:cubicBezTo>
                    <a:pt x="313" y="24"/>
                    <a:pt x="313" y="28"/>
                    <a:pt x="315" y="31"/>
                  </a:cubicBezTo>
                  <a:cubicBezTo>
                    <a:pt x="317" y="34"/>
                    <a:pt x="319" y="36"/>
                    <a:pt x="322" y="36"/>
                  </a:cubicBezTo>
                  <a:cubicBezTo>
                    <a:pt x="323" y="36"/>
                    <a:pt x="325" y="36"/>
                    <a:pt x="326" y="35"/>
                  </a:cubicBezTo>
                  <a:cubicBezTo>
                    <a:pt x="327" y="35"/>
                    <a:pt x="328" y="34"/>
                    <a:pt x="329" y="34"/>
                  </a:cubicBezTo>
                  <a:cubicBezTo>
                    <a:pt x="329" y="26"/>
                    <a:pt x="329" y="26"/>
                    <a:pt x="329" y="26"/>
                  </a:cubicBezTo>
                  <a:cubicBezTo>
                    <a:pt x="329" y="25"/>
                    <a:pt x="328" y="25"/>
                    <a:pt x="328" y="25"/>
                  </a:cubicBezTo>
                  <a:cubicBezTo>
                    <a:pt x="328" y="24"/>
                    <a:pt x="327" y="24"/>
                    <a:pt x="327" y="23"/>
                  </a:cubicBezTo>
                  <a:cubicBezTo>
                    <a:pt x="326" y="23"/>
                    <a:pt x="326" y="23"/>
                    <a:pt x="325" y="23"/>
                  </a:cubicBezTo>
                  <a:cubicBezTo>
                    <a:pt x="324" y="23"/>
                    <a:pt x="324" y="23"/>
                    <a:pt x="323" y="23"/>
                  </a:cubicBezTo>
                  <a:cubicBezTo>
                    <a:pt x="323" y="21"/>
                    <a:pt x="323" y="21"/>
                    <a:pt x="323" y="21"/>
                  </a:cubicBezTo>
                  <a:cubicBezTo>
                    <a:pt x="341" y="21"/>
                    <a:pt x="341" y="21"/>
                    <a:pt x="341" y="21"/>
                  </a:cubicBezTo>
                  <a:cubicBezTo>
                    <a:pt x="341" y="23"/>
                    <a:pt x="341" y="23"/>
                    <a:pt x="341" y="23"/>
                  </a:cubicBezTo>
                  <a:close/>
                  <a:moveTo>
                    <a:pt x="406" y="3"/>
                  </a:moveTo>
                  <a:cubicBezTo>
                    <a:pt x="405" y="3"/>
                    <a:pt x="404" y="3"/>
                    <a:pt x="404" y="3"/>
                  </a:cubicBezTo>
                  <a:cubicBezTo>
                    <a:pt x="403" y="3"/>
                    <a:pt x="402" y="4"/>
                    <a:pt x="401" y="4"/>
                  </a:cubicBezTo>
                  <a:cubicBezTo>
                    <a:pt x="401" y="4"/>
                    <a:pt x="400" y="5"/>
                    <a:pt x="400" y="6"/>
                  </a:cubicBezTo>
                  <a:cubicBezTo>
                    <a:pt x="400" y="8"/>
                    <a:pt x="399" y="9"/>
                    <a:pt x="399" y="11"/>
                  </a:cubicBezTo>
                  <a:cubicBezTo>
                    <a:pt x="399" y="25"/>
                    <a:pt x="399" y="25"/>
                    <a:pt x="399" y="25"/>
                  </a:cubicBezTo>
                  <a:cubicBezTo>
                    <a:pt x="399" y="29"/>
                    <a:pt x="398" y="32"/>
                    <a:pt x="396" y="35"/>
                  </a:cubicBezTo>
                  <a:cubicBezTo>
                    <a:pt x="393" y="38"/>
                    <a:pt x="390" y="39"/>
                    <a:pt x="385" y="39"/>
                  </a:cubicBezTo>
                  <a:cubicBezTo>
                    <a:pt x="380" y="39"/>
                    <a:pt x="377" y="38"/>
                    <a:pt x="374" y="35"/>
                  </a:cubicBezTo>
                  <a:cubicBezTo>
                    <a:pt x="371" y="33"/>
                    <a:pt x="370" y="29"/>
                    <a:pt x="370" y="25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6"/>
                    <a:pt x="370" y="5"/>
                    <a:pt x="370" y="5"/>
                  </a:cubicBezTo>
                  <a:cubicBezTo>
                    <a:pt x="369" y="4"/>
                    <a:pt x="369" y="4"/>
                    <a:pt x="368" y="4"/>
                  </a:cubicBezTo>
                  <a:cubicBezTo>
                    <a:pt x="368" y="3"/>
                    <a:pt x="368" y="3"/>
                    <a:pt x="367" y="3"/>
                  </a:cubicBezTo>
                  <a:cubicBezTo>
                    <a:pt x="366" y="3"/>
                    <a:pt x="366" y="3"/>
                    <a:pt x="365" y="3"/>
                  </a:cubicBezTo>
                  <a:cubicBezTo>
                    <a:pt x="365" y="1"/>
                    <a:pt x="365" y="1"/>
                    <a:pt x="365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3" y="3"/>
                    <a:pt x="383" y="3"/>
                    <a:pt x="383" y="3"/>
                  </a:cubicBezTo>
                  <a:cubicBezTo>
                    <a:pt x="383" y="3"/>
                    <a:pt x="382" y="3"/>
                    <a:pt x="382" y="3"/>
                  </a:cubicBezTo>
                  <a:cubicBezTo>
                    <a:pt x="381" y="3"/>
                    <a:pt x="381" y="3"/>
                    <a:pt x="380" y="3"/>
                  </a:cubicBezTo>
                  <a:cubicBezTo>
                    <a:pt x="380" y="4"/>
                    <a:pt x="379" y="4"/>
                    <a:pt x="379" y="4"/>
                  </a:cubicBezTo>
                  <a:cubicBezTo>
                    <a:pt x="379" y="5"/>
                    <a:pt x="378" y="5"/>
                    <a:pt x="378" y="6"/>
                  </a:cubicBezTo>
                  <a:cubicBezTo>
                    <a:pt x="378" y="25"/>
                    <a:pt x="378" y="25"/>
                    <a:pt x="378" y="25"/>
                  </a:cubicBezTo>
                  <a:cubicBezTo>
                    <a:pt x="378" y="28"/>
                    <a:pt x="379" y="31"/>
                    <a:pt x="381" y="33"/>
                  </a:cubicBezTo>
                  <a:cubicBezTo>
                    <a:pt x="382" y="34"/>
                    <a:pt x="385" y="35"/>
                    <a:pt x="387" y="35"/>
                  </a:cubicBezTo>
                  <a:cubicBezTo>
                    <a:pt x="390" y="35"/>
                    <a:pt x="393" y="34"/>
                    <a:pt x="394" y="32"/>
                  </a:cubicBezTo>
                  <a:cubicBezTo>
                    <a:pt x="396" y="31"/>
                    <a:pt x="397" y="28"/>
                    <a:pt x="397" y="24"/>
                  </a:cubicBezTo>
                  <a:cubicBezTo>
                    <a:pt x="397" y="12"/>
                    <a:pt x="397" y="12"/>
                    <a:pt x="397" y="12"/>
                  </a:cubicBezTo>
                  <a:cubicBezTo>
                    <a:pt x="397" y="10"/>
                    <a:pt x="396" y="8"/>
                    <a:pt x="396" y="7"/>
                  </a:cubicBezTo>
                  <a:cubicBezTo>
                    <a:pt x="396" y="6"/>
                    <a:pt x="395" y="5"/>
                    <a:pt x="395" y="4"/>
                  </a:cubicBezTo>
                  <a:cubicBezTo>
                    <a:pt x="394" y="4"/>
                    <a:pt x="394" y="4"/>
                    <a:pt x="393" y="3"/>
                  </a:cubicBezTo>
                  <a:cubicBezTo>
                    <a:pt x="392" y="3"/>
                    <a:pt x="391" y="3"/>
                    <a:pt x="391" y="3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6" y="3"/>
                    <a:pt x="406" y="3"/>
                    <a:pt x="406" y="3"/>
                  </a:cubicBezTo>
                  <a:close/>
                  <a:moveTo>
                    <a:pt x="447" y="3"/>
                  </a:moveTo>
                  <a:cubicBezTo>
                    <a:pt x="447" y="3"/>
                    <a:pt x="446" y="3"/>
                    <a:pt x="445" y="3"/>
                  </a:cubicBezTo>
                  <a:cubicBezTo>
                    <a:pt x="445" y="3"/>
                    <a:pt x="444" y="4"/>
                    <a:pt x="443" y="4"/>
                  </a:cubicBezTo>
                  <a:cubicBezTo>
                    <a:pt x="442" y="4"/>
                    <a:pt x="442" y="5"/>
                    <a:pt x="442" y="6"/>
                  </a:cubicBezTo>
                  <a:cubicBezTo>
                    <a:pt x="442" y="8"/>
                    <a:pt x="442" y="9"/>
                    <a:pt x="442" y="11"/>
                  </a:cubicBezTo>
                  <a:cubicBezTo>
                    <a:pt x="442" y="38"/>
                    <a:pt x="442" y="38"/>
                    <a:pt x="442" y="38"/>
                  </a:cubicBezTo>
                  <a:cubicBezTo>
                    <a:pt x="437" y="38"/>
                    <a:pt x="437" y="38"/>
                    <a:pt x="437" y="38"/>
                  </a:cubicBezTo>
                  <a:cubicBezTo>
                    <a:pt x="416" y="9"/>
                    <a:pt x="416" y="9"/>
                    <a:pt x="416" y="9"/>
                  </a:cubicBezTo>
                  <a:cubicBezTo>
                    <a:pt x="416" y="27"/>
                    <a:pt x="416" y="27"/>
                    <a:pt x="416" y="27"/>
                  </a:cubicBezTo>
                  <a:cubicBezTo>
                    <a:pt x="416" y="29"/>
                    <a:pt x="416" y="30"/>
                    <a:pt x="416" y="31"/>
                  </a:cubicBezTo>
                  <a:cubicBezTo>
                    <a:pt x="416" y="33"/>
                    <a:pt x="417" y="34"/>
                    <a:pt x="417" y="34"/>
                  </a:cubicBezTo>
                  <a:cubicBezTo>
                    <a:pt x="418" y="34"/>
                    <a:pt x="418" y="35"/>
                    <a:pt x="419" y="35"/>
                  </a:cubicBezTo>
                  <a:cubicBezTo>
                    <a:pt x="421" y="35"/>
                    <a:pt x="421" y="36"/>
                    <a:pt x="422" y="36"/>
                  </a:cubicBezTo>
                  <a:cubicBezTo>
                    <a:pt x="422" y="38"/>
                    <a:pt x="422" y="38"/>
                    <a:pt x="422" y="38"/>
                  </a:cubicBezTo>
                  <a:cubicBezTo>
                    <a:pt x="407" y="38"/>
                    <a:pt x="407" y="38"/>
                    <a:pt x="407" y="38"/>
                  </a:cubicBezTo>
                  <a:cubicBezTo>
                    <a:pt x="407" y="36"/>
                    <a:pt x="407" y="36"/>
                    <a:pt x="407" y="36"/>
                  </a:cubicBezTo>
                  <a:cubicBezTo>
                    <a:pt x="407" y="36"/>
                    <a:pt x="408" y="36"/>
                    <a:pt x="409" y="35"/>
                  </a:cubicBezTo>
                  <a:cubicBezTo>
                    <a:pt x="410" y="35"/>
                    <a:pt x="410" y="35"/>
                    <a:pt x="411" y="34"/>
                  </a:cubicBezTo>
                  <a:cubicBezTo>
                    <a:pt x="412" y="34"/>
                    <a:pt x="412" y="33"/>
                    <a:pt x="412" y="32"/>
                  </a:cubicBezTo>
                  <a:cubicBezTo>
                    <a:pt x="412" y="31"/>
                    <a:pt x="413" y="29"/>
                    <a:pt x="413" y="27"/>
                  </a:cubicBezTo>
                  <a:cubicBezTo>
                    <a:pt x="413" y="9"/>
                    <a:pt x="413" y="9"/>
                    <a:pt x="413" y="9"/>
                  </a:cubicBezTo>
                  <a:cubicBezTo>
                    <a:pt x="413" y="8"/>
                    <a:pt x="412" y="8"/>
                    <a:pt x="412" y="7"/>
                  </a:cubicBezTo>
                  <a:cubicBezTo>
                    <a:pt x="412" y="6"/>
                    <a:pt x="412" y="6"/>
                    <a:pt x="411" y="5"/>
                  </a:cubicBezTo>
                  <a:cubicBezTo>
                    <a:pt x="410" y="4"/>
                    <a:pt x="410" y="4"/>
                    <a:pt x="409" y="4"/>
                  </a:cubicBezTo>
                  <a:cubicBezTo>
                    <a:pt x="408" y="3"/>
                    <a:pt x="408" y="3"/>
                    <a:pt x="407" y="3"/>
                  </a:cubicBezTo>
                  <a:cubicBezTo>
                    <a:pt x="407" y="1"/>
                    <a:pt x="407" y="1"/>
                    <a:pt x="407" y="1"/>
                  </a:cubicBezTo>
                  <a:cubicBezTo>
                    <a:pt x="420" y="1"/>
                    <a:pt x="420" y="1"/>
                    <a:pt x="420" y="1"/>
                  </a:cubicBezTo>
                  <a:cubicBezTo>
                    <a:pt x="438" y="26"/>
                    <a:pt x="438" y="26"/>
                    <a:pt x="438" y="26"/>
                  </a:cubicBezTo>
                  <a:cubicBezTo>
                    <a:pt x="438" y="12"/>
                    <a:pt x="438" y="12"/>
                    <a:pt x="438" y="12"/>
                  </a:cubicBezTo>
                  <a:cubicBezTo>
                    <a:pt x="438" y="9"/>
                    <a:pt x="438" y="8"/>
                    <a:pt x="438" y="7"/>
                  </a:cubicBezTo>
                  <a:cubicBezTo>
                    <a:pt x="438" y="6"/>
                    <a:pt x="438" y="5"/>
                    <a:pt x="437" y="4"/>
                  </a:cubicBezTo>
                  <a:cubicBezTo>
                    <a:pt x="436" y="4"/>
                    <a:pt x="435" y="4"/>
                    <a:pt x="435" y="3"/>
                  </a:cubicBezTo>
                  <a:cubicBezTo>
                    <a:pt x="434" y="3"/>
                    <a:pt x="433" y="3"/>
                    <a:pt x="432" y="3"/>
                  </a:cubicBezTo>
                  <a:cubicBezTo>
                    <a:pt x="432" y="1"/>
                    <a:pt x="432" y="1"/>
                    <a:pt x="432" y="1"/>
                  </a:cubicBezTo>
                  <a:cubicBezTo>
                    <a:pt x="447" y="1"/>
                    <a:pt x="447" y="1"/>
                    <a:pt x="447" y="1"/>
                  </a:cubicBezTo>
                  <a:cubicBezTo>
                    <a:pt x="447" y="3"/>
                    <a:pt x="447" y="3"/>
                    <a:pt x="447" y="3"/>
                  </a:cubicBezTo>
                  <a:close/>
                  <a:moveTo>
                    <a:pt x="469" y="38"/>
                  </a:moveTo>
                  <a:cubicBezTo>
                    <a:pt x="450" y="38"/>
                    <a:pt x="450" y="38"/>
                    <a:pt x="450" y="38"/>
                  </a:cubicBezTo>
                  <a:cubicBezTo>
                    <a:pt x="450" y="36"/>
                    <a:pt x="450" y="36"/>
                    <a:pt x="450" y="36"/>
                  </a:cubicBezTo>
                  <a:cubicBezTo>
                    <a:pt x="450" y="36"/>
                    <a:pt x="451" y="36"/>
                    <a:pt x="452" y="36"/>
                  </a:cubicBezTo>
                  <a:cubicBezTo>
                    <a:pt x="452" y="35"/>
                    <a:pt x="453" y="35"/>
                    <a:pt x="454" y="35"/>
                  </a:cubicBezTo>
                  <a:cubicBezTo>
                    <a:pt x="454" y="35"/>
                    <a:pt x="454" y="35"/>
                    <a:pt x="455" y="34"/>
                  </a:cubicBezTo>
                  <a:cubicBezTo>
                    <a:pt x="455" y="34"/>
                    <a:pt x="455" y="33"/>
                    <a:pt x="455" y="32"/>
                  </a:cubicBezTo>
                  <a:cubicBezTo>
                    <a:pt x="455" y="6"/>
                    <a:pt x="455" y="6"/>
                    <a:pt x="455" y="6"/>
                  </a:cubicBezTo>
                  <a:cubicBezTo>
                    <a:pt x="455" y="6"/>
                    <a:pt x="455" y="5"/>
                    <a:pt x="455" y="5"/>
                  </a:cubicBezTo>
                  <a:cubicBezTo>
                    <a:pt x="454" y="4"/>
                    <a:pt x="454" y="4"/>
                    <a:pt x="454" y="4"/>
                  </a:cubicBezTo>
                  <a:cubicBezTo>
                    <a:pt x="453" y="4"/>
                    <a:pt x="452" y="3"/>
                    <a:pt x="452" y="3"/>
                  </a:cubicBezTo>
                  <a:cubicBezTo>
                    <a:pt x="451" y="3"/>
                    <a:pt x="450" y="3"/>
                    <a:pt x="450" y="3"/>
                  </a:cubicBezTo>
                  <a:cubicBezTo>
                    <a:pt x="450" y="1"/>
                    <a:pt x="450" y="1"/>
                    <a:pt x="450" y="1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69" y="3"/>
                    <a:pt x="469" y="3"/>
                    <a:pt x="469" y="3"/>
                  </a:cubicBezTo>
                  <a:cubicBezTo>
                    <a:pt x="468" y="3"/>
                    <a:pt x="468" y="3"/>
                    <a:pt x="467" y="3"/>
                  </a:cubicBezTo>
                  <a:cubicBezTo>
                    <a:pt x="466" y="3"/>
                    <a:pt x="466" y="3"/>
                    <a:pt x="465" y="3"/>
                  </a:cubicBezTo>
                  <a:cubicBezTo>
                    <a:pt x="465" y="4"/>
                    <a:pt x="464" y="4"/>
                    <a:pt x="464" y="4"/>
                  </a:cubicBezTo>
                  <a:cubicBezTo>
                    <a:pt x="464" y="5"/>
                    <a:pt x="464" y="5"/>
                    <a:pt x="464" y="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4" y="33"/>
                    <a:pt x="464" y="33"/>
                    <a:pt x="464" y="34"/>
                  </a:cubicBezTo>
                  <a:cubicBezTo>
                    <a:pt x="464" y="34"/>
                    <a:pt x="465" y="35"/>
                    <a:pt x="465" y="35"/>
                  </a:cubicBezTo>
                  <a:cubicBezTo>
                    <a:pt x="466" y="35"/>
                    <a:pt x="466" y="35"/>
                    <a:pt x="467" y="35"/>
                  </a:cubicBezTo>
                  <a:cubicBezTo>
                    <a:pt x="468" y="36"/>
                    <a:pt x="468" y="36"/>
                    <a:pt x="469" y="36"/>
                  </a:cubicBezTo>
                  <a:cubicBezTo>
                    <a:pt x="469" y="38"/>
                    <a:pt x="469" y="38"/>
                    <a:pt x="469" y="38"/>
                  </a:cubicBezTo>
                  <a:close/>
                  <a:moveTo>
                    <a:pt x="510" y="3"/>
                  </a:moveTo>
                  <a:cubicBezTo>
                    <a:pt x="510" y="3"/>
                    <a:pt x="509" y="3"/>
                    <a:pt x="508" y="3"/>
                  </a:cubicBezTo>
                  <a:cubicBezTo>
                    <a:pt x="508" y="3"/>
                    <a:pt x="507" y="4"/>
                    <a:pt x="507" y="4"/>
                  </a:cubicBezTo>
                  <a:cubicBezTo>
                    <a:pt x="506" y="4"/>
                    <a:pt x="506" y="5"/>
                    <a:pt x="505" y="5"/>
                  </a:cubicBezTo>
                  <a:cubicBezTo>
                    <a:pt x="505" y="6"/>
                    <a:pt x="505" y="6"/>
                    <a:pt x="504" y="7"/>
                  </a:cubicBezTo>
                  <a:cubicBezTo>
                    <a:pt x="504" y="8"/>
                    <a:pt x="503" y="10"/>
                    <a:pt x="502" y="12"/>
                  </a:cubicBezTo>
                  <a:cubicBezTo>
                    <a:pt x="501" y="15"/>
                    <a:pt x="500" y="17"/>
                    <a:pt x="499" y="20"/>
                  </a:cubicBezTo>
                  <a:cubicBezTo>
                    <a:pt x="498" y="23"/>
                    <a:pt x="497" y="26"/>
                    <a:pt x="496" y="29"/>
                  </a:cubicBezTo>
                  <a:cubicBezTo>
                    <a:pt x="494" y="32"/>
                    <a:pt x="493" y="35"/>
                    <a:pt x="492" y="38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5" y="32"/>
                    <a:pt x="483" y="26"/>
                    <a:pt x="480" y="20"/>
                  </a:cubicBezTo>
                  <a:cubicBezTo>
                    <a:pt x="478" y="14"/>
                    <a:pt x="476" y="10"/>
                    <a:pt x="475" y="7"/>
                  </a:cubicBezTo>
                  <a:cubicBezTo>
                    <a:pt x="475" y="6"/>
                    <a:pt x="475" y="6"/>
                    <a:pt x="474" y="5"/>
                  </a:cubicBezTo>
                  <a:cubicBezTo>
                    <a:pt x="474" y="5"/>
                    <a:pt x="473" y="4"/>
                    <a:pt x="473" y="4"/>
                  </a:cubicBezTo>
                  <a:cubicBezTo>
                    <a:pt x="472" y="4"/>
                    <a:pt x="471" y="3"/>
                    <a:pt x="471" y="3"/>
                  </a:cubicBezTo>
                  <a:cubicBezTo>
                    <a:pt x="471" y="3"/>
                    <a:pt x="470" y="3"/>
                    <a:pt x="469" y="3"/>
                  </a:cubicBezTo>
                  <a:cubicBezTo>
                    <a:pt x="469" y="1"/>
                    <a:pt x="469" y="1"/>
                    <a:pt x="469" y="1"/>
                  </a:cubicBezTo>
                  <a:cubicBezTo>
                    <a:pt x="488" y="1"/>
                    <a:pt x="488" y="1"/>
                    <a:pt x="488" y="1"/>
                  </a:cubicBezTo>
                  <a:cubicBezTo>
                    <a:pt x="488" y="3"/>
                    <a:pt x="488" y="3"/>
                    <a:pt x="488" y="3"/>
                  </a:cubicBezTo>
                  <a:cubicBezTo>
                    <a:pt x="486" y="3"/>
                    <a:pt x="485" y="3"/>
                    <a:pt x="484" y="3"/>
                  </a:cubicBezTo>
                  <a:cubicBezTo>
                    <a:pt x="484" y="4"/>
                    <a:pt x="484" y="4"/>
                    <a:pt x="484" y="4"/>
                  </a:cubicBezTo>
                  <a:cubicBezTo>
                    <a:pt x="484" y="4"/>
                    <a:pt x="484" y="5"/>
                    <a:pt x="484" y="5"/>
                  </a:cubicBezTo>
                  <a:cubicBezTo>
                    <a:pt x="484" y="5"/>
                    <a:pt x="484" y="6"/>
                    <a:pt x="484" y="6"/>
                  </a:cubicBezTo>
                  <a:cubicBezTo>
                    <a:pt x="484" y="7"/>
                    <a:pt x="485" y="10"/>
                    <a:pt x="487" y="13"/>
                  </a:cubicBezTo>
                  <a:cubicBezTo>
                    <a:pt x="488" y="17"/>
                    <a:pt x="490" y="22"/>
                    <a:pt x="493" y="29"/>
                  </a:cubicBezTo>
                  <a:cubicBezTo>
                    <a:pt x="495" y="25"/>
                    <a:pt x="496" y="21"/>
                    <a:pt x="497" y="18"/>
                  </a:cubicBezTo>
                  <a:cubicBezTo>
                    <a:pt x="498" y="15"/>
                    <a:pt x="499" y="12"/>
                    <a:pt x="500" y="10"/>
                  </a:cubicBezTo>
                  <a:cubicBezTo>
                    <a:pt x="500" y="9"/>
                    <a:pt x="501" y="8"/>
                    <a:pt x="501" y="7"/>
                  </a:cubicBezTo>
                  <a:cubicBezTo>
                    <a:pt x="501" y="6"/>
                    <a:pt x="501" y="6"/>
                    <a:pt x="501" y="5"/>
                  </a:cubicBezTo>
                  <a:cubicBezTo>
                    <a:pt x="501" y="4"/>
                    <a:pt x="501" y="4"/>
                    <a:pt x="500" y="4"/>
                  </a:cubicBezTo>
                  <a:cubicBezTo>
                    <a:pt x="499" y="3"/>
                    <a:pt x="498" y="3"/>
                    <a:pt x="496" y="3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510" y="1"/>
                    <a:pt x="510" y="1"/>
                    <a:pt x="510" y="1"/>
                  </a:cubicBezTo>
                  <a:cubicBezTo>
                    <a:pt x="510" y="3"/>
                    <a:pt x="510" y="3"/>
                    <a:pt x="510" y="3"/>
                  </a:cubicBezTo>
                  <a:close/>
                  <a:moveTo>
                    <a:pt x="542" y="10"/>
                  </a:moveTo>
                  <a:cubicBezTo>
                    <a:pt x="540" y="10"/>
                    <a:pt x="540" y="10"/>
                    <a:pt x="540" y="10"/>
                  </a:cubicBezTo>
                  <a:cubicBezTo>
                    <a:pt x="539" y="9"/>
                    <a:pt x="539" y="7"/>
                    <a:pt x="537" y="6"/>
                  </a:cubicBezTo>
                  <a:cubicBezTo>
                    <a:pt x="536" y="4"/>
                    <a:pt x="535" y="4"/>
                    <a:pt x="534" y="3"/>
                  </a:cubicBezTo>
                  <a:cubicBezTo>
                    <a:pt x="533" y="3"/>
                    <a:pt x="533" y="3"/>
                    <a:pt x="532" y="3"/>
                  </a:cubicBezTo>
                  <a:cubicBezTo>
                    <a:pt x="531" y="3"/>
                    <a:pt x="530" y="3"/>
                    <a:pt x="530" y="3"/>
                  </a:cubicBezTo>
                  <a:cubicBezTo>
                    <a:pt x="525" y="3"/>
                    <a:pt x="525" y="3"/>
                    <a:pt x="525" y="3"/>
                  </a:cubicBezTo>
                  <a:cubicBezTo>
                    <a:pt x="525" y="17"/>
                    <a:pt x="525" y="17"/>
                    <a:pt x="525" y="17"/>
                  </a:cubicBezTo>
                  <a:cubicBezTo>
                    <a:pt x="528" y="17"/>
                    <a:pt x="528" y="17"/>
                    <a:pt x="528" y="17"/>
                  </a:cubicBezTo>
                  <a:cubicBezTo>
                    <a:pt x="529" y="17"/>
                    <a:pt x="530" y="17"/>
                    <a:pt x="531" y="17"/>
                  </a:cubicBezTo>
                  <a:cubicBezTo>
                    <a:pt x="531" y="17"/>
                    <a:pt x="532" y="16"/>
                    <a:pt x="533" y="16"/>
                  </a:cubicBezTo>
                  <a:cubicBezTo>
                    <a:pt x="533" y="15"/>
                    <a:pt x="534" y="15"/>
                    <a:pt x="534" y="14"/>
                  </a:cubicBezTo>
                  <a:cubicBezTo>
                    <a:pt x="534" y="12"/>
                    <a:pt x="535" y="12"/>
                    <a:pt x="535" y="11"/>
                  </a:cubicBezTo>
                  <a:cubicBezTo>
                    <a:pt x="537" y="11"/>
                    <a:pt x="537" y="11"/>
                    <a:pt x="537" y="11"/>
                  </a:cubicBezTo>
                  <a:cubicBezTo>
                    <a:pt x="537" y="26"/>
                    <a:pt x="537" y="26"/>
                    <a:pt x="537" y="26"/>
                  </a:cubicBezTo>
                  <a:cubicBezTo>
                    <a:pt x="535" y="26"/>
                    <a:pt x="535" y="26"/>
                    <a:pt x="535" y="26"/>
                  </a:cubicBezTo>
                  <a:cubicBezTo>
                    <a:pt x="535" y="26"/>
                    <a:pt x="534" y="25"/>
                    <a:pt x="534" y="24"/>
                  </a:cubicBezTo>
                  <a:cubicBezTo>
                    <a:pt x="533" y="23"/>
                    <a:pt x="533" y="22"/>
                    <a:pt x="533" y="21"/>
                  </a:cubicBezTo>
                  <a:cubicBezTo>
                    <a:pt x="532" y="21"/>
                    <a:pt x="532" y="20"/>
                    <a:pt x="531" y="20"/>
                  </a:cubicBezTo>
                  <a:cubicBezTo>
                    <a:pt x="530" y="20"/>
                    <a:pt x="529" y="20"/>
                    <a:pt x="528" y="20"/>
                  </a:cubicBezTo>
                  <a:cubicBezTo>
                    <a:pt x="525" y="20"/>
                    <a:pt x="525" y="20"/>
                    <a:pt x="525" y="20"/>
                  </a:cubicBezTo>
                  <a:cubicBezTo>
                    <a:pt x="525" y="30"/>
                    <a:pt x="525" y="30"/>
                    <a:pt x="525" y="30"/>
                  </a:cubicBezTo>
                  <a:cubicBezTo>
                    <a:pt x="525" y="31"/>
                    <a:pt x="525" y="32"/>
                    <a:pt x="525" y="33"/>
                  </a:cubicBezTo>
                  <a:cubicBezTo>
                    <a:pt x="525" y="34"/>
                    <a:pt x="525" y="34"/>
                    <a:pt x="526" y="34"/>
                  </a:cubicBezTo>
                  <a:cubicBezTo>
                    <a:pt x="526" y="35"/>
                    <a:pt x="527" y="35"/>
                    <a:pt x="528" y="35"/>
                  </a:cubicBezTo>
                  <a:cubicBezTo>
                    <a:pt x="528" y="35"/>
                    <a:pt x="529" y="35"/>
                    <a:pt x="531" y="35"/>
                  </a:cubicBezTo>
                  <a:cubicBezTo>
                    <a:pt x="531" y="35"/>
                    <a:pt x="532" y="35"/>
                    <a:pt x="533" y="35"/>
                  </a:cubicBezTo>
                  <a:cubicBezTo>
                    <a:pt x="533" y="35"/>
                    <a:pt x="534" y="35"/>
                    <a:pt x="535" y="35"/>
                  </a:cubicBezTo>
                  <a:cubicBezTo>
                    <a:pt x="535" y="35"/>
                    <a:pt x="536" y="35"/>
                    <a:pt x="537" y="35"/>
                  </a:cubicBezTo>
                  <a:cubicBezTo>
                    <a:pt x="537" y="35"/>
                    <a:pt x="537" y="34"/>
                    <a:pt x="538" y="34"/>
                  </a:cubicBezTo>
                  <a:cubicBezTo>
                    <a:pt x="539" y="33"/>
                    <a:pt x="539" y="32"/>
                    <a:pt x="541" y="30"/>
                  </a:cubicBezTo>
                  <a:cubicBezTo>
                    <a:pt x="541" y="28"/>
                    <a:pt x="542" y="27"/>
                    <a:pt x="542" y="26"/>
                  </a:cubicBezTo>
                  <a:cubicBezTo>
                    <a:pt x="544" y="26"/>
                    <a:pt x="544" y="26"/>
                    <a:pt x="544" y="26"/>
                  </a:cubicBezTo>
                  <a:cubicBezTo>
                    <a:pt x="543" y="38"/>
                    <a:pt x="543" y="38"/>
                    <a:pt x="543" y="38"/>
                  </a:cubicBezTo>
                  <a:cubicBezTo>
                    <a:pt x="511" y="38"/>
                    <a:pt x="511" y="38"/>
                    <a:pt x="511" y="38"/>
                  </a:cubicBezTo>
                  <a:cubicBezTo>
                    <a:pt x="511" y="36"/>
                    <a:pt x="511" y="36"/>
                    <a:pt x="511" y="36"/>
                  </a:cubicBezTo>
                  <a:cubicBezTo>
                    <a:pt x="512" y="36"/>
                    <a:pt x="512" y="36"/>
                    <a:pt x="513" y="36"/>
                  </a:cubicBezTo>
                  <a:cubicBezTo>
                    <a:pt x="514" y="35"/>
                    <a:pt x="514" y="35"/>
                    <a:pt x="515" y="35"/>
                  </a:cubicBezTo>
                  <a:cubicBezTo>
                    <a:pt x="515" y="35"/>
                    <a:pt x="516" y="34"/>
                    <a:pt x="516" y="34"/>
                  </a:cubicBezTo>
                  <a:cubicBezTo>
                    <a:pt x="516" y="34"/>
                    <a:pt x="516" y="33"/>
                    <a:pt x="516" y="32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6" y="6"/>
                    <a:pt x="516" y="5"/>
                    <a:pt x="516" y="5"/>
                  </a:cubicBezTo>
                  <a:cubicBezTo>
                    <a:pt x="516" y="4"/>
                    <a:pt x="515" y="4"/>
                    <a:pt x="515" y="4"/>
                  </a:cubicBezTo>
                  <a:cubicBezTo>
                    <a:pt x="514" y="3"/>
                    <a:pt x="514" y="3"/>
                    <a:pt x="513" y="3"/>
                  </a:cubicBezTo>
                  <a:cubicBezTo>
                    <a:pt x="512" y="3"/>
                    <a:pt x="512" y="3"/>
                    <a:pt x="511" y="3"/>
                  </a:cubicBezTo>
                  <a:cubicBezTo>
                    <a:pt x="511" y="1"/>
                    <a:pt x="511" y="1"/>
                    <a:pt x="511" y="1"/>
                  </a:cubicBezTo>
                  <a:cubicBezTo>
                    <a:pt x="542" y="1"/>
                    <a:pt x="542" y="1"/>
                    <a:pt x="542" y="1"/>
                  </a:cubicBezTo>
                  <a:lnTo>
                    <a:pt x="542" y="10"/>
                  </a:lnTo>
                  <a:close/>
                  <a:moveTo>
                    <a:pt x="219" y="0"/>
                  </a:moveTo>
                  <a:cubicBezTo>
                    <a:pt x="219" y="2"/>
                    <a:pt x="219" y="2"/>
                    <a:pt x="219" y="2"/>
                  </a:cubicBezTo>
                  <a:cubicBezTo>
                    <a:pt x="216" y="2"/>
                    <a:pt x="214" y="4"/>
                    <a:pt x="212" y="7"/>
                  </a:cubicBezTo>
                  <a:cubicBezTo>
                    <a:pt x="211" y="10"/>
                    <a:pt x="210" y="14"/>
                    <a:pt x="210" y="19"/>
                  </a:cubicBezTo>
                  <a:cubicBezTo>
                    <a:pt x="210" y="22"/>
                    <a:pt x="210" y="24"/>
                    <a:pt x="211" y="26"/>
                  </a:cubicBezTo>
                  <a:cubicBezTo>
                    <a:pt x="211" y="28"/>
                    <a:pt x="211" y="30"/>
                    <a:pt x="212" y="31"/>
                  </a:cubicBezTo>
                  <a:cubicBezTo>
                    <a:pt x="213" y="33"/>
                    <a:pt x="214" y="34"/>
                    <a:pt x="215" y="35"/>
                  </a:cubicBezTo>
                  <a:cubicBezTo>
                    <a:pt x="216" y="36"/>
                    <a:pt x="217" y="36"/>
                    <a:pt x="219" y="36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8" y="43"/>
                    <a:pt x="217" y="41"/>
                    <a:pt x="217" y="38"/>
                  </a:cubicBezTo>
                  <a:cubicBezTo>
                    <a:pt x="214" y="38"/>
                    <a:pt x="212" y="38"/>
                    <a:pt x="210" y="37"/>
                  </a:cubicBezTo>
                  <a:cubicBezTo>
                    <a:pt x="208" y="36"/>
                    <a:pt x="207" y="34"/>
                    <a:pt x="205" y="33"/>
                  </a:cubicBezTo>
                  <a:cubicBezTo>
                    <a:pt x="204" y="31"/>
                    <a:pt x="202" y="29"/>
                    <a:pt x="202" y="27"/>
                  </a:cubicBezTo>
                  <a:cubicBezTo>
                    <a:pt x="201" y="25"/>
                    <a:pt x="200" y="22"/>
                    <a:pt x="200" y="20"/>
                  </a:cubicBezTo>
                  <a:cubicBezTo>
                    <a:pt x="200" y="17"/>
                    <a:pt x="201" y="14"/>
                    <a:pt x="202" y="11"/>
                  </a:cubicBezTo>
                  <a:cubicBezTo>
                    <a:pt x="203" y="9"/>
                    <a:pt x="204" y="7"/>
                    <a:pt x="206" y="5"/>
                  </a:cubicBezTo>
                  <a:cubicBezTo>
                    <a:pt x="207" y="3"/>
                    <a:pt x="209" y="2"/>
                    <a:pt x="212" y="1"/>
                  </a:cubicBezTo>
                  <a:cubicBezTo>
                    <a:pt x="214" y="0"/>
                    <a:pt x="216" y="0"/>
                    <a:pt x="219" y="0"/>
                  </a:cubicBezTo>
                  <a:close/>
                  <a:moveTo>
                    <a:pt x="99" y="39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100" y="36"/>
                    <a:pt x="102" y="36"/>
                    <a:pt x="103" y="35"/>
                  </a:cubicBezTo>
                  <a:cubicBezTo>
                    <a:pt x="104" y="34"/>
                    <a:pt x="105" y="33"/>
                    <a:pt x="105" y="31"/>
                  </a:cubicBezTo>
                  <a:cubicBezTo>
                    <a:pt x="106" y="30"/>
                    <a:pt x="107" y="28"/>
                    <a:pt x="107" y="26"/>
                  </a:cubicBezTo>
                  <a:cubicBezTo>
                    <a:pt x="107" y="24"/>
                    <a:pt x="108" y="22"/>
                    <a:pt x="108" y="19"/>
                  </a:cubicBezTo>
                  <a:cubicBezTo>
                    <a:pt x="108" y="17"/>
                    <a:pt x="107" y="15"/>
                    <a:pt x="107" y="13"/>
                  </a:cubicBezTo>
                  <a:cubicBezTo>
                    <a:pt x="107" y="11"/>
                    <a:pt x="107" y="9"/>
                    <a:pt x="106" y="7"/>
                  </a:cubicBezTo>
                  <a:cubicBezTo>
                    <a:pt x="105" y="6"/>
                    <a:pt x="104" y="4"/>
                    <a:pt x="103" y="4"/>
                  </a:cubicBezTo>
                  <a:cubicBezTo>
                    <a:pt x="102" y="3"/>
                    <a:pt x="100" y="2"/>
                    <a:pt x="99" y="2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1" y="0"/>
                    <a:pt x="104" y="0"/>
                    <a:pt x="106" y="1"/>
                  </a:cubicBezTo>
                  <a:cubicBezTo>
                    <a:pt x="108" y="2"/>
                    <a:pt x="110" y="3"/>
                    <a:pt x="112" y="5"/>
                  </a:cubicBezTo>
                  <a:cubicBezTo>
                    <a:pt x="114" y="6"/>
                    <a:pt x="115" y="8"/>
                    <a:pt x="116" y="11"/>
                  </a:cubicBezTo>
                  <a:cubicBezTo>
                    <a:pt x="117" y="13"/>
                    <a:pt x="118" y="16"/>
                    <a:pt x="118" y="19"/>
                  </a:cubicBezTo>
                  <a:cubicBezTo>
                    <a:pt x="118" y="22"/>
                    <a:pt x="117" y="24"/>
                    <a:pt x="116" y="27"/>
                  </a:cubicBezTo>
                  <a:cubicBezTo>
                    <a:pt x="115" y="29"/>
                    <a:pt x="114" y="31"/>
                    <a:pt x="112" y="33"/>
                  </a:cubicBezTo>
                  <a:cubicBezTo>
                    <a:pt x="111" y="35"/>
                    <a:pt x="109" y="36"/>
                    <a:pt x="107" y="37"/>
                  </a:cubicBezTo>
                  <a:cubicBezTo>
                    <a:pt x="104" y="38"/>
                    <a:pt x="102" y="39"/>
                    <a:pt x="99" y="39"/>
                  </a:cubicBezTo>
                  <a:close/>
                  <a:moveTo>
                    <a:pt x="159" y="3"/>
                  </a:moveTo>
                  <a:cubicBezTo>
                    <a:pt x="159" y="3"/>
                    <a:pt x="158" y="3"/>
                    <a:pt x="158" y="3"/>
                  </a:cubicBezTo>
                  <a:cubicBezTo>
                    <a:pt x="157" y="3"/>
                    <a:pt x="156" y="4"/>
                    <a:pt x="155" y="4"/>
                  </a:cubicBezTo>
                  <a:cubicBezTo>
                    <a:pt x="155" y="4"/>
                    <a:pt x="154" y="5"/>
                    <a:pt x="154" y="6"/>
                  </a:cubicBezTo>
                  <a:cubicBezTo>
                    <a:pt x="154" y="8"/>
                    <a:pt x="154" y="9"/>
                    <a:pt x="154" y="11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27"/>
                    <a:pt x="128" y="27"/>
                    <a:pt x="128" y="27"/>
                  </a:cubicBezTo>
                  <a:cubicBezTo>
                    <a:pt x="128" y="29"/>
                    <a:pt x="128" y="30"/>
                    <a:pt x="128" y="31"/>
                  </a:cubicBezTo>
                  <a:cubicBezTo>
                    <a:pt x="128" y="33"/>
                    <a:pt x="129" y="34"/>
                    <a:pt x="130" y="34"/>
                  </a:cubicBezTo>
                  <a:cubicBezTo>
                    <a:pt x="130" y="34"/>
                    <a:pt x="131" y="35"/>
                    <a:pt x="132" y="35"/>
                  </a:cubicBezTo>
                  <a:cubicBezTo>
                    <a:pt x="133" y="35"/>
                    <a:pt x="133" y="36"/>
                    <a:pt x="134" y="36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1" y="35"/>
                  </a:cubicBezTo>
                  <a:cubicBezTo>
                    <a:pt x="122" y="35"/>
                    <a:pt x="123" y="35"/>
                    <a:pt x="123" y="34"/>
                  </a:cubicBezTo>
                  <a:cubicBezTo>
                    <a:pt x="124" y="34"/>
                    <a:pt x="124" y="33"/>
                    <a:pt x="125" y="32"/>
                  </a:cubicBezTo>
                  <a:cubicBezTo>
                    <a:pt x="125" y="31"/>
                    <a:pt x="125" y="29"/>
                    <a:pt x="125" y="27"/>
                  </a:cubicBezTo>
                  <a:cubicBezTo>
                    <a:pt x="125" y="9"/>
                    <a:pt x="125" y="9"/>
                    <a:pt x="125" y="9"/>
                  </a:cubicBezTo>
                  <a:cubicBezTo>
                    <a:pt x="125" y="8"/>
                    <a:pt x="125" y="8"/>
                    <a:pt x="125" y="7"/>
                  </a:cubicBezTo>
                  <a:cubicBezTo>
                    <a:pt x="124" y="6"/>
                    <a:pt x="124" y="6"/>
                    <a:pt x="124" y="5"/>
                  </a:cubicBezTo>
                  <a:cubicBezTo>
                    <a:pt x="123" y="4"/>
                    <a:pt x="122" y="4"/>
                    <a:pt x="122" y="4"/>
                  </a:cubicBezTo>
                  <a:cubicBezTo>
                    <a:pt x="121" y="3"/>
                    <a:pt x="120" y="3"/>
                    <a:pt x="119" y="3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9"/>
                    <a:pt x="150" y="8"/>
                    <a:pt x="150" y="7"/>
                  </a:cubicBezTo>
                  <a:cubicBezTo>
                    <a:pt x="150" y="6"/>
                    <a:pt x="150" y="5"/>
                    <a:pt x="149" y="4"/>
                  </a:cubicBezTo>
                  <a:cubicBezTo>
                    <a:pt x="148" y="4"/>
                    <a:pt x="147" y="4"/>
                    <a:pt x="147" y="3"/>
                  </a:cubicBezTo>
                  <a:cubicBezTo>
                    <a:pt x="146" y="3"/>
                    <a:pt x="145" y="3"/>
                    <a:pt x="144" y="3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59" y="1"/>
                    <a:pt x="159" y="1"/>
                    <a:pt x="159" y="1"/>
                  </a:cubicBezTo>
                  <a:cubicBezTo>
                    <a:pt x="159" y="3"/>
                    <a:pt x="159" y="3"/>
                    <a:pt x="159" y="3"/>
                  </a:cubicBezTo>
                  <a:close/>
                  <a:moveTo>
                    <a:pt x="199" y="23"/>
                  </a:moveTo>
                  <a:cubicBezTo>
                    <a:pt x="199" y="23"/>
                    <a:pt x="198" y="23"/>
                    <a:pt x="198" y="23"/>
                  </a:cubicBezTo>
                  <a:cubicBezTo>
                    <a:pt x="198" y="23"/>
                    <a:pt x="197" y="23"/>
                    <a:pt x="196" y="23"/>
                  </a:cubicBezTo>
                  <a:cubicBezTo>
                    <a:pt x="196" y="23"/>
                    <a:pt x="195" y="24"/>
                    <a:pt x="195" y="24"/>
                  </a:cubicBezTo>
                  <a:cubicBezTo>
                    <a:pt x="195" y="25"/>
                    <a:pt x="195" y="25"/>
                    <a:pt x="195" y="26"/>
                  </a:cubicBezTo>
                  <a:cubicBezTo>
                    <a:pt x="195" y="30"/>
                    <a:pt x="195" y="30"/>
                    <a:pt x="195" y="30"/>
                  </a:cubicBezTo>
                  <a:cubicBezTo>
                    <a:pt x="195" y="31"/>
                    <a:pt x="195" y="32"/>
                    <a:pt x="195" y="32"/>
                  </a:cubicBezTo>
                  <a:cubicBezTo>
                    <a:pt x="195" y="33"/>
                    <a:pt x="195" y="34"/>
                    <a:pt x="195" y="34"/>
                  </a:cubicBezTo>
                  <a:cubicBezTo>
                    <a:pt x="193" y="35"/>
                    <a:pt x="191" y="36"/>
                    <a:pt x="188" y="37"/>
                  </a:cubicBezTo>
                  <a:cubicBezTo>
                    <a:pt x="185" y="38"/>
                    <a:pt x="181" y="39"/>
                    <a:pt x="179" y="39"/>
                  </a:cubicBezTo>
                  <a:cubicBezTo>
                    <a:pt x="176" y="39"/>
                    <a:pt x="174" y="38"/>
                    <a:pt x="172" y="38"/>
                  </a:cubicBezTo>
                  <a:cubicBezTo>
                    <a:pt x="170" y="37"/>
                    <a:pt x="168" y="35"/>
                    <a:pt x="166" y="34"/>
                  </a:cubicBezTo>
                  <a:cubicBezTo>
                    <a:pt x="164" y="32"/>
                    <a:pt x="163" y="30"/>
                    <a:pt x="162" y="28"/>
                  </a:cubicBezTo>
                  <a:cubicBezTo>
                    <a:pt x="161" y="25"/>
                    <a:pt x="161" y="23"/>
                    <a:pt x="161" y="19"/>
                  </a:cubicBezTo>
                  <a:cubicBezTo>
                    <a:pt x="161" y="17"/>
                    <a:pt x="161" y="14"/>
                    <a:pt x="162" y="12"/>
                  </a:cubicBezTo>
                  <a:cubicBezTo>
                    <a:pt x="163" y="9"/>
                    <a:pt x="164" y="7"/>
                    <a:pt x="166" y="5"/>
                  </a:cubicBezTo>
                  <a:cubicBezTo>
                    <a:pt x="168" y="3"/>
                    <a:pt x="170" y="2"/>
                    <a:pt x="172" y="1"/>
                  </a:cubicBezTo>
                  <a:cubicBezTo>
                    <a:pt x="175" y="0"/>
                    <a:pt x="177" y="0"/>
                    <a:pt x="180" y="0"/>
                  </a:cubicBezTo>
                  <a:cubicBezTo>
                    <a:pt x="182" y="0"/>
                    <a:pt x="184" y="0"/>
                    <a:pt x="186" y="0"/>
                  </a:cubicBezTo>
                  <a:cubicBezTo>
                    <a:pt x="187" y="1"/>
                    <a:pt x="188" y="2"/>
                    <a:pt x="190" y="2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3" y="1"/>
                    <a:pt x="193" y="1"/>
                    <a:pt x="193" y="1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0" y="10"/>
                    <a:pt x="189" y="7"/>
                    <a:pt x="187" y="5"/>
                  </a:cubicBezTo>
                  <a:cubicBezTo>
                    <a:pt x="185" y="3"/>
                    <a:pt x="183" y="2"/>
                    <a:pt x="180" y="2"/>
                  </a:cubicBezTo>
                  <a:cubicBezTo>
                    <a:pt x="177" y="2"/>
                    <a:pt x="175" y="4"/>
                    <a:pt x="173" y="6"/>
                  </a:cubicBezTo>
                  <a:cubicBezTo>
                    <a:pt x="171" y="10"/>
                    <a:pt x="171" y="13"/>
                    <a:pt x="171" y="19"/>
                  </a:cubicBezTo>
                  <a:cubicBezTo>
                    <a:pt x="171" y="24"/>
                    <a:pt x="171" y="28"/>
                    <a:pt x="173" y="31"/>
                  </a:cubicBezTo>
                  <a:cubicBezTo>
                    <a:pt x="175" y="34"/>
                    <a:pt x="177" y="36"/>
                    <a:pt x="180" y="36"/>
                  </a:cubicBezTo>
                  <a:cubicBezTo>
                    <a:pt x="181" y="36"/>
                    <a:pt x="183" y="36"/>
                    <a:pt x="184" y="35"/>
                  </a:cubicBezTo>
                  <a:cubicBezTo>
                    <a:pt x="185" y="35"/>
                    <a:pt x="186" y="34"/>
                    <a:pt x="186" y="34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6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199" y="21"/>
                    <a:pt x="199" y="21"/>
                    <a:pt x="199" y="21"/>
                  </a:cubicBezTo>
                  <a:lnTo>
                    <a:pt x="199" y="23"/>
                  </a:lnTo>
                  <a:close/>
                  <a:moveTo>
                    <a:pt x="18" y="39"/>
                  </a:moveTo>
                  <a:cubicBezTo>
                    <a:pt x="16" y="39"/>
                    <a:pt x="14" y="38"/>
                    <a:pt x="11" y="37"/>
                  </a:cubicBezTo>
                  <a:cubicBezTo>
                    <a:pt x="9" y="36"/>
                    <a:pt x="7" y="35"/>
                    <a:pt x="6" y="34"/>
                  </a:cubicBezTo>
                  <a:cubicBezTo>
                    <a:pt x="4" y="32"/>
                    <a:pt x="3" y="30"/>
                    <a:pt x="2" y="27"/>
                  </a:cubicBezTo>
                  <a:cubicBezTo>
                    <a:pt x="1" y="25"/>
                    <a:pt x="0" y="22"/>
                    <a:pt x="0" y="19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6" y="5"/>
                  </a:cubicBezTo>
                  <a:cubicBezTo>
                    <a:pt x="7" y="4"/>
                    <a:pt x="9" y="2"/>
                    <a:pt x="12" y="1"/>
                  </a:cubicBezTo>
                  <a:cubicBezTo>
                    <a:pt x="14" y="0"/>
                    <a:pt x="16" y="0"/>
                    <a:pt x="19" y="0"/>
                  </a:cubicBezTo>
                  <a:cubicBezTo>
                    <a:pt x="21" y="0"/>
                    <a:pt x="23" y="0"/>
                    <a:pt x="24" y="0"/>
                  </a:cubicBezTo>
                  <a:cubicBezTo>
                    <a:pt x="26" y="1"/>
                    <a:pt x="27" y="2"/>
                    <a:pt x="28" y="2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0"/>
                    <a:pt x="27" y="7"/>
                    <a:pt x="26" y="5"/>
                  </a:cubicBezTo>
                  <a:cubicBezTo>
                    <a:pt x="24" y="3"/>
                    <a:pt x="22" y="2"/>
                    <a:pt x="19" y="2"/>
                  </a:cubicBezTo>
                  <a:cubicBezTo>
                    <a:pt x="16" y="2"/>
                    <a:pt x="14" y="4"/>
                    <a:pt x="12" y="6"/>
                  </a:cubicBezTo>
                  <a:cubicBezTo>
                    <a:pt x="11" y="9"/>
                    <a:pt x="10" y="13"/>
                    <a:pt x="10" y="19"/>
                  </a:cubicBezTo>
                  <a:cubicBezTo>
                    <a:pt x="10" y="22"/>
                    <a:pt x="10" y="24"/>
                    <a:pt x="11" y="26"/>
                  </a:cubicBezTo>
                  <a:cubicBezTo>
                    <a:pt x="11" y="28"/>
                    <a:pt x="12" y="30"/>
                    <a:pt x="13" y="31"/>
                  </a:cubicBezTo>
                  <a:cubicBezTo>
                    <a:pt x="14" y="32"/>
                    <a:pt x="15" y="34"/>
                    <a:pt x="16" y="34"/>
                  </a:cubicBezTo>
                  <a:cubicBezTo>
                    <a:pt x="18" y="35"/>
                    <a:pt x="19" y="35"/>
                    <a:pt x="20" y="35"/>
                  </a:cubicBezTo>
                  <a:cubicBezTo>
                    <a:pt x="23" y="35"/>
                    <a:pt x="25" y="34"/>
                    <a:pt x="27" y="33"/>
                  </a:cubicBezTo>
                  <a:cubicBezTo>
                    <a:pt x="29" y="32"/>
                    <a:pt x="30" y="30"/>
                    <a:pt x="31" y="27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3" y="30"/>
                    <a:pt x="32" y="31"/>
                    <a:pt x="31" y="32"/>
                  </a:cubicBezTo>
                  <a:cubicBezTo>
                    <a:pt x="30" y="34"/>
                    <a:pt x="29" y="35"/>
                    <a:pt x="28" y="36"/>
                  </a:cubicBezTo>
                  <a:cubicBezTo>
                    <a:pt x="27" y="37"/>
                    <a:pt x="25" y="37"/>
                    <a:pt x="24" y="38"/>
                  </a:cubicBezTo>
                  <a:cubicBezTo>
                    <a:pt x="22" y="38"/>
                    <a:pt x="20" y="39"/>
                    <a:pt x="18" y="39"/>
                  </a:cubicBezTo>
                  <a:close/>
                  <a:moveTo>
                    <a:pt x="99" y="0"/>
                  </a:moveTo>
                  <a:cubicBezTo>
                    <a:pt x="99" y="2"/>
                    <a:pt x="99" y="2"/>
                    <a:pt x="99" y="2"/>
                  </a:cubicBezTo>
                  <a:cubicBezTo>
                    <a:pt x="96" y="2"/>
                    <a:pt x="93" y="4"/>
                    <a:pt x="92" y="7"/>
                  </a:cubicBezTo>
                  <a:cubicBezTo>
                    <a:pt x="90" y="10"/>
                    <a:pt x="90" y="14"/>
                    <a:pt x="90" y="19"/>
                  </a:cubicBezTo>
                  <a:cubicBezTo>
                    <a:pt x="90" y="22"/>
                    <a:pt x="90" y="24"/>
                    <a:pt x="90" y="26"/>
                  </a:cubicBezTo>
                  <a:cubicBezTo>
                    <a:pt x="90" y="28"/>
                    <a:pt x="91" y="30"/>
                    <a:pt x="92" y="31"/>
                  </a:cubicBezTo>
                  <a:cubicBezTo>
                    <a:pt x="92" y="33"/>
                    <a:pt x="93" y="34"/>
                    <a:pt x="94" y="35"/>
                  </a:cubicBezTo>
                  <a:cubicBezTo>
                    <a:pt x="96" y="36"/>
                    <a:pt x="97" y="36"/>
                    <a:pt x="99" y="36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6" y="39"/>
                    <a:pt x="94" y="38"/>
                    <a:pt x="91" y="37"/>
                  </a:cubicBezTo>
                  <a:cubicBezTo>
                    <a:pt x="89" y="36"/>
                    <a:pt x="87" y="35"/>
                    <a:pt x="85" y="34"/>
                  </a:cubicBezTo>
                  <a:cubicBezTo>
                    <a:pt x="84" y="32"/>
                    <a:pt x="82" y="30"/>
                    <a:pt x="82" y="27"/>
                  </a:cubicBezTo>
                  <a:cubicBezTo>
                    <a:pt x="80" y="25"/>
                    <a:pt x="80" y="23"/>
                    <a:pt x="80" y="20"/>
                  </a:cubicBezTo>
                  <a:cubicBezTo>
                    <a:pt x="80" y="17"/>
                    <a:pt x="80" y="14"/>
                    <a:pt x="81" y="11"/>
                  </a:cubicBezTo>
                  <a:cubicBezTo>
                    <a:pt x="82" y="9"/>
                    <a:pt x="84" y="7"/>
                    <a:pt x="85" y="5"/>
                  </a:cubicBezTo>
                  <a:cubicBezTo>
                    <a:pt x="87" y="3"/>
                    <a:pt x="89" y="2"/>
                    <a:pt x="91" y="1"/>
                  </a:cubicBezTo>
                  <a:cubicBezTo>
                    <a:pt x="94" y="0"/>
                    <a:pt x="96" y="0"/>
                    <a:pt x="99" y="0"/>
                  </a:cubicBezTo>
                  <a:close/>
                  <a:moveTo>
                    <a:pt x="78" y="38"/>
                  </a:moveTo>
                  <a:cubicBezTo>
                    <a:pt x="59" y="38"/>
                    <a:pt x="59" y="38"/>
                    <a:pt x="59" y="38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60" y="36"/>
                    <a:pt x="61" y="36"/>
                  </a:cubicBezTo>
                  <a:cubicBezTo>
                    <a:pt x="61" y="35"/>
                    <a:pt x="62" y="35"/>
                    <a:pt x="62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3" y="34"/>
                    <a:pt x="64" y="33"/>
                    <a:pt x="64" y="32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3"/>
                    <a:pt x="49" y="33"/>
                    <a:pt x="49" y="34"/>
                  </a:cubicBezTo>
                  <a:cubicBezTo>
                    <a:pt x="49" y="34"/>
                    <a:pt x="50" y="35"/>
                    <a:pt x="50" y="35"/>
                  </a:cubicBezTo>
                  <a:cubicBezTo>
                    <a:pt x="51" y="35"/>
                    <a:pt x="51" y="35"/>
                    <a:pt x="52" y="35"/>
                  </a:cubicBezTo>
                  <a:cubicBezTo>
                    <a:pt x="53" y="36"/>
                    <a:pt x="53" y="36"/>
                    <a:pt x="54" y="36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6"/>
                    <a:pt x="37" y="36"/>
                  </a:cubicBezTo>
                  <a:cubicBezTo>
                    <a:pt x="38" y="35"/>
                    <a:pt x="38" y="35"/>
                    <a:pt x="39" y="35"/>
                  </a:cubicBezTo>
                  <a:cubicBezTo>
                    <a:pt x="39" y="35"/>
                    <a:pt x="39" y="34"/>
                    <a:pt x="40" y="34"/>
                  </a:cubicBezTo>
                  <a:cubicBezTo>
                    <a:pt x="40" y="34"/>
                    <a:pt x="40" y="33"/>
                    <a:pt x="40" y="3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5"/>
                    <a:pt x="40" y="5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3" y="3"/>
                    <a:pt x="52" y="3"/>
                  </a:cubicBezTo>
                  <a:cubicBezTo>
                    <a:pt x="51" y="3"/>
                    <a:pt x="51" y="3"/>
                    <a:pt x="50" y="3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9" y="5"/>
                    <a:pt x="49" y="6"/>
                    <a:pt x="49" y="6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3" y="5"/>
                  </a:cubicBezTo>
                  <a:cubicBezTo>
                    <a:pt x="63" y="4"/>
                    <a:pt x="63" y="4"/>
                    <a:pt x="62" y="4"/>
                  </a:cubicBezTo>
                  <a:cubicBezTo>
                    <a:pt x="62" y="4"/>
                    <a:pt x="61" y="3"/>
                    <a:pt x="60" y="3"/>
                  </a:cubicBezTo>
                  <a:cubicBezTo>
                    <a:pt x="60" y="3"/>
                    <a:pt x="59" y="3"/>
                    <a:pt x="59" y="3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7" y="3"/>
                    <a:pt x="76" y="3"/>
                    <a:pt x="75" y="3"/>
                  </a:cubicBezTo>
                  <a:cubicBezTo>
                    <a:pt x="75" y="3"/>
                    <a:pt x="74" y="3"/>
                    <a:pt x="74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2" y="5"/>
                    <a:pt x="72" y="6"/>
                    <a:pt x="72" y="6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3"/>
                    <a:pt x="72" y="33"/>
                    <a:pt x="73" y="34"/>
                  </a:cubicBezTo>
                  <a:cubicBezTo>
                    <a:pt x="73" y="34"/>
                    <a:pt x="73" y="35"/>
                    <a:pt x="74" y="35"/>
                  </a:cubicBezTo>
                  <a:cubicBezTo>
                    <a:pt x="74" y="35"/>
                    <a:pt x="75" y="35"/>
                    <a:pt x="75" y="35"/>
                  </a:cubicBezTo>
                  <a:cubicBezTo>
                    <a:pt x="76" y="36"/>
                    <a:pt x="77" y="36"/>
                    <a:pt x="78" y="36"/>
                  </a:cubicBezTo>
                  <a:lnTo>
                    <a:pt x="7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428F8085-7A68-31C7-8CEF-5EACBCBFD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334" y="5367967"/>
              <a:ext cx="1569940" cy="518682"/>
            </a:xfrm>
            <a:custGeom>
              <a:avLst/>
              <a:gdLst>
                <a:gd name="T0" fmla="*/ 642 w 720"/>
                <a:gd name="T1" fmla="*/ 148 h 238"/>
                <a:gd name="T2" fmla="*/ 649 w 720"/>
                <a:gd name="T3" fmla="*/ 132 h 238"/>
                <a:gd name="T4" fmla="*/ 627 w 720"/>
                <a:gd name="T5" fmla="*/ 124 h 238"/>
                <a:gd name="T6" fmla="*/ 607 w 720"/>
                <a:gd name="T7" fmla="*/ 123 h 238"/>
                <a:gd name="T8" fmla="*/ 606 w 720"/>
                <a:gd name="T9" fmla="*/ 117 h 238"/>
                <a:gd name="T10" fmla="*/ 615 w 720"/>
                <a:gd name="T11" fmla="*/ 113 h 238"/>
                <a:gd name="T12" fmla="*/ 622 w 720"/>
                <a:gd name="T13" fmla="*/ 110 h 238"/>
                <a:gd name="T14" fmla="*/ 629 w 720"/>
                <a:gd name="T15" fmla="*/ 78 h 238"/>
                <a:gd name="T16" fmla="*/ 622 w 720"/>
                <a:gd name="T17" fmla="*/ 61 h 238"/>
                <a:gd name="T18" fmla="*/ 669 w 720"/>
                <a:gd name="T19" fmla="*/ 8 h 238"/>
                <a:gd name="T20" fmla="*/ 681 w 720"/>
                <a:gd name="T21" fmla="*/ 2 h 238"/>
                <a:gd name="T22" fmla="*/ 689 w 720"/>
                <a:gd name="T23" fmla="*/ 7 h 238"/>
                <a:gd name="T24" fmla="*/ 694 w 720"/>
                <a:gd name="T25" fmla="*/ 16 h 238"/>
                <a:gd name="T26" fmla="*/ 681 w 720"/>
                <a:gd name="T27" fmla="*/ 30 h 238"/>
                <a:gd name="T28" fmla="*/ 665 w 720"/>
                <a:gd name="T29" fmla="*/ 77 h 238"/>
                <a:gd name="T30" fmla="*/ 716 w 720"/>
                <a:gd name="T31" fmla="*/ 97 h 238"/>
                <a:gd name="T32" fmla="*/ 652 w 720"/>
                <a:gd name="T33" fmla="*/ 137 h 238"/>
                <a:gd name="T34" fmla="*/ 672 w 720"/>
                <a:gd name="T35" fmla="*/ 138 h 238"/>
                <a:gd name="T36" fmla="*/ 672 w 720"/>
                <a:gd name="T37" fmla="*/ 149 h 238"/>
                <a:gd name="T38" fmla="*/ 667 w 720"/>
                <a:gd name="T39" fmla="*/ 161 h 238"/>
                <a:gd name="T40" fmla="*/ 663 w 720"/>
                <a:gd name="T41" fmla="*/ 176 h 238"/>
                <a:gd name="T42" fmla="*/ 641 w 720"/>
                <a:gd name="T43" fmla="*/ 233 h 238"/>
                <a:gd name="T44" fmla="*/ 613 w 720"/>
                <a:gd name="T45" fmla="*/ 216 h 238"/>
                <a:gd name="T46" fmla="*/ 600 w 720"/>
                <a:gd name="T47" fmla="*/ 191 h 238"/>
                <a:gd name="T48" fmla="*/ 587 w 720"/>
                <a:gd name="T49" fmla="*/ 125 h 238"/>
                <a:gd name="T50" fmla="*/ 588 w 720"/>
                <a:gd name="T51" fmla="*/ 179 h 238"/>
                <a:gd name="T52" fmla="*/ 318 w 720"/>
                <a:gd name="T53" fmla="*/ 102 h 238"/>
                <a:gd name="T54" fmla="*/ 323 w 720"/>
                <a:gd name="T55" fmla="*/ 114 h 238"/>
                <a:gd name="T56" fmla="*/ 338 w 720"/>
                <a:gd name="T57" fmla="*/ 167 h 238"/>
                <a:gd name="T58" fmla="*/ 348 w 720"/>
                <a:gd name="T59" fmla="*/ 46 h 238"/>
                <a:gd name="T60" fmla="*/ 509 w 720"/>
                <a:gd name="T61" fmla="*/ 116 h 238"/>
                <a:gd name="T62" fmla="*/ 517 w 720"/>
                <a:gd name="T63" fmla="*/ 127 h 238"/>
                <a:gd name="T64" fmla="*/ 517 w 720"/>
                <a:gd name="T65" fmla="*/ 199 h 238"/>
                <a:gd name="T66" fmla="*/ 466 w 720"/>
                <a:gd name="T67" fmla="*/ 178 h 238"/>
                <a:gd name="T68" fmla="*/ 442 w 720"/>
                <a:gd name="T69" fmla="*/ 156 h 238"/>
                <a:gd name="T70" fmla="*/ 467 w 720"/>
                <a:gd name="T71" fmla="*/ 80 h 238"/>
                <a:gd name="T72" fmla="*/ 480 w 720"/>
                <a:gd name="T73" fmla="*/ 56 h 238"/>
                <a:gd name="T74" fmla="*/ 296 w 720"/>
                <a:gd name="T75" fmla="*/ 97 h 238"/>
                <a:gd name="T76" fmla="*/ 287 w 720"/>
                <a:gd name="T77" fmla="*/ 110 h 238"/>
                <a:gd name="T78" fmla="*/ 303 w 720"/>
                <a:gd name="T79" fmla="*/ 50 h 238"/>
                <a:gd name="T80" fmla="*/ 293 w 720"/>
                <a:gd name="T81" fmla="*/ 148 h 238"/>
                <a:gd name="T82" fmla="*/ 281 w 720"/>
                <a:gd name="T83" fmla="*/ 163 h 238"/>
                <a:gd name="T84" fmla="*/ 127 w 720"/>
                <a:gd name="T85" fmla="*/ 15 h 238"/>
                <a:gd name="T86" fmla="*/ 201 w 720"/>
                <a:gd name="T87" fmla="*/ 228 h 238"/>
                <a:gd name="T88" fmla="*/ 257 w 720"/>
                <a:gd name="T89" fmla="*/ 207 h 238"/>
                <a:gd name="T90" fmla="*/ 126 w 720"/>
                <a:gd name="T91" fmla="*/ 137 h 238"/>
                <a:gd name="T92" fmla="*/ 145 w 720"/>
                <a:gd name="T93" fmla="*/ 133 h 238"/>
                <a:gd name="T94" fmla="*/ 126 w 720"/>
                <a:gd name="T95" fmla="*/ 76 h 238"/>
                <a:gd name="T96" fmla="*/ 107 w 720"/>
                <a:gd name="T97" fmla="*/ 67 h 238"/>
                <a:gd name="T98" fmla="*/ 113 w 720"/>
                <a:gd name="T99" fmla="*/ 148 h 238"/>
                <a:gd name="T100" fmla="*/ 117 w 720"/>
                <a:gd name="T101" fmla="*/ 198 h 238"/>
                <a:gd name="T102" fmla="*/ 92 w 720"/>
                <a:gd name="T103" fmla="*/ 80 h 238"/>
                <a:gd name="T104" fmla="*/ 91 w 720"/>
                <a:gd name="T105" fmla="*/ 97 h 238"/>
                <a:gd name="T106" fmla="*/ 87 w 720"/>
                <a:gd name="T107" fmla="*/ 136 h 238"/>
                <a:gd name="T108" fmla="*/ 95 w 720"/>
                <a:gd name="T109" fmla="*/ 153 h 238"/>
                <a:gd name="T110" fmla="*/ 87 w 720"/>
                <a:gd name="T111" fmla="*/ 233 h 238"/>
                <a:gd name="T112" fmla="*/ 78 w 720"/>
                <a:gd name="T113" fmla="*/ 120 h 238"/>
                <a:gd name="T114" fmla="*/ 45 w 720"/>
                <a:gd name="T115" fmla="*/ 144 h 238"/>
                <a:gd name="T116" fmla="*/ 17 w 720"/>
                <a:gd name="T117" fmla="*/ 129 h 238"/>
                <a:gd name="T118" fmla="*/ 70 w 720"/>
                <a:gd name="T119" fmla="*/ 146 h 238"/>
                <a:gd name="T120" fmla="*/ 87 w 720"/>
                <a:gd name="T121" fmla="*/ 157 h 238"/>
                <a:gd name="T122" fmla="*/ 86 w 720"/>
                <a:gd name="T123" fmla="*/ 18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0" h="238">
                  <a:moveTo>
                    <a:pt x="595" y="189"/>
                  </a:moveTo>
                  <a:cubicBezTo>
                    <a:pt x="595" y="176"/>
                    <a:pt x="595" y="176"/>
                    <a:pt x="595" y="176"/>
                  </a:cubicBezTo>
                  <a:cubicBezTo>
                    <a:pt x="595" y="176"/>
                    <a:pt x="595" y="176"/>
                    <a:pt x="595" y="176"/>
                  </a:cubicBezTo>
                  <a:cubicBezTo>
                    <a:pt x="605" y="173"/>
                    <a:pt x="605" y="175"/>
                    <a:pt x="613" y="173"/>
                  </a:cubicBezTo>
                  <a:cubicBezTo>
                    <a:pt x="622" y="171"/>
                    <a:pt x="633" y="169"/>
                    <a:pt x="635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6" y="169"/>
                    <a:pt x="636" y="169"/>
                    <a:pt x="636" y="169"/>
                  </a:cubicBezTo>
                  <a:cubicBezTo>
                    <a:pt x="638" y="169"/>
                    <a:pt x="643" y="167"/>
                    <a:pt x="645" y="165"/>
                  </a:cubicBezTo>
                  <a:cubicBezTo>
                    <a:pt x="648" y="162"/>
                    <a:pt x="648" y="159"/>
                    <a:pt x="649" y="156"/>
                  </a:cubicBezTo>
                  <a:cubicBezTo>
                    <a:pt x="650" y="155"/>
                    <a:pt x="650" y="155"/>
                    <a:pt x="650" y="155"/>
                  </a:cubicBezTo>
                  <a:cubicBezTo>
                    <a:pt x="651" y="154"/>
                    <a:pt x="651" y="153"/>
                    <a:pt x="651" y="152"/>
                  </a:cubicBezTo>
                  <a:cubicBezTo>
                    <a:pt x="652" y="149"/>
                    <a:pt x="652" y="149"/>
                    <a:pt x="652" y="149"/>
                  </a:cubicBezTo>
                  <a:cubicBezTo>
                    <a:pt x="649" y="149"/>
                    <a:pt x="647" y="148"/>
                    <a:pt x="644" y="148"/>
                  </a:cubicBezTo>
                  <a:cubicBezTo>
                    <a:pt x="644" y="148"/>
                    <a:pt x="644" y="148"/>
                    <a:pt x="644" y="148"/>
                  </a:cubicBezTo>
                  <a:cubicBezTo>
                    <a:pt x="642" y="148"/>
                    <a:pt x="642" y="148"/>
                    <a:pt x="642" y="148"/>
                  </a:cubicBezTo>
                  <a:cubicBezTo>
                    <a:pt x="642" y="147"/>
                    <a:pt x="642" y="147"/>
                    <a:pt x="642" y="147"/>
                  </a:cubicBezTo>
                  <a:cubicBezTo>
                    <a:pt x="639" y="147"/>
                    <a:pt x="636" y="148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4" y="146"/>
                    <a:pt x="634" y="146"/>
                    <a:pt x="634" y="146"/>
                  </a:cubicBezTo>
                  <a:cubicBezTo>
                    <a:pt x="633" y="144"/>
                    <a:pt x="633" y="144"/>
                    <a:pt x="633" y="144"/>
                  </a:cubicBezTo>
                  <a:cubicBezTo>
                    <a:pt x="634" y="143"/>
                    <a:pt x="635" y="142"/>
                    <a:pt x="635" y="141"/>
                  </a:cubicBezTo>
                  <a:cubicBezTo>
                    <a:pt x="636" y="141"/>
                    <a:pt x="639" y="140"/>
                    <a:pt x="639" y="139"/>
                  </a:cubicBezTo>
                  <a:cubicBezTo>
                    <a:pt x="639" y="139"/>
                    <a:pt x="639" y="139"/>
                    <a:pt x="639" y="139"/>
                  </a:cubicBezTo>
                  <a:cubicBezTo>
                    <a:pt x="639" y="139"/>
                    <a:pt x="640" y="139"/>
                    <a:pt x="641" y="139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1" y="138"/>
                    <a:pt x="641" y="138"/>
                    <a:pt x="641" y="138"/>
                  </a:cubicBezTo>
                  <a:cubicBezTo>
                    <a:pt x="643" y="138"/>
                    <a:pt x="647" y="134"/>
                    <a:pt x="648" y="133"/>
                  </a:cubicBezTo>
                  <a:cubicBezTo>
                    <a:pt x="649" y="133"/>
                    <a:pt x="649" y="133"/>
                    <a:pt x="649" y="133"/>
                  </a:cubicBezTo>
                  <a:cubicBezTo>
                    <a:pt x="649" y="132"/>
                    <a:pt x="649" y="132"/>
                    <a:pt x="649" y="132"/>
                  </a:cubicBezTo>
                  <a:cubicBezTo>
                    <a:pt x="650" y="132"/>
                    <a:pt x="651" y="131"/>
                    <a:pt x="651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1"/>
                    <a:pt x="652" y="131"/>
                    <a:pt x="652" y="131"/>
                  </a:cubicBezTo>
                  <a:cubicBezTo>
                    <a:pt x="652" y="130"/>
                    <a:pt x="652" y="130"/>
                    <a:pt x="652" y="130"/>
                  </a:cubicBezTo>
                  <a:cubicBezTo>
                    <a:pt x="653" y="129"/>
                    <a:pt x="654" y="129"/>
                    <a:pt x="655" y="128"/>
                  </a:cubicBezTo>
                  <a:cubicBezTo>
                    <a:pt x="656" y="127"/>
                    <a:pt x="657" y="127"/>
                    <a:pt x="658" y="126"/>
                  </a:cubicBezTo>
                  <a:cubicBezTo>
                    <a:pt x="671" y="120"/>
                    <a:pt x="684" y="111"/>
                    <a:pt x="694" y="103"/>
                  </a:cubicBezTo>
                  <a:cubicBezTo>
                    <a:pt x="694" y="103"/>
                    <a:pt x="694" y="103"/>
                    <a:pt x="694" y="102"/>
                  </a:cubicBezTo>
                  <a:cubicBezTo>
                    <a:pt x="694" y="102"/>
                    <a:pt x="694" y="102"/>
                    <a:pt x="694" y="102"/>
                  </a:cubicBezTo>
                  <a:cubicBezTo>
                    <a:pt x="682" y="102"/>
                    <a:pt x="667" y="110"/>
                    <a:pt x="656" y="114"/>
                  </a:cubicBezTo>
                  <a:cubicBezTo>
                    <a:pt x="648" y="117"/>
                    <a:pt x="639" y="120"/>
                    <a:pt x="632" y="122"/>
                  </a:cubicBezTo>
                  <a:cubicBezTo>
                    <a:pt x="631" y="123"/>
                    <a:pt x="630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8" y="123"/>
                    <a:pt x="628" y="123"/>
                  </a:cubicBezTo>
                  <a:cubicBezTo>
                    <a:pt x="628" y="123"/>
                    <a:pt x="627" y="123"/>
                    <a:pt x="627" y="124"/>
                  </a:cubicBezTo>
                  <a:cubicBezTo>
                    <a:pt x="627" y="124"/>
                    <a:pt x="627" y="124"/>
                    <a:pt x="627" y="124"/>
                  </a:cubicBezTo>
                  <a:cubicBezTo>
                    <a:pt x="627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6" y="124"/>
                  </a:cubicBezTo>
                  <a:cubicBezTo>
                    <a:pt x="626" y="124"/>
                    <a:pt x="626" y="124"/>
                    <a:pt x="625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1" y="124"/>
                    <a:pt x="621" y="124"/>
                  </a:cubicBezTo>
                  <a:cubicBezTo>
                    <a:pt x="621" y="124"/>
                    <a:pt x="620" y="124"/>
                    <a:pt x="620" y="124"/>
                  </a:cubicBezTo>
                  <a:cubicBezTo>
                    <a:pt x="618" y="124"/>
                    <a:pt x="618" y="124"/>
                    <a:pt x="618" y="124"/>
                  </a:cubicBezTo>
                  <a:cubicBezTo>
                    <a:pt x="617" y="124"/>
                    <a:pt x="617" y="124"/>
                    <a:pt x="617" y="124"/>
                  </a:cubicBezTo>
                  <a:cubicBezTo>
                    <a:pt x="617" y="124"/>
                    <a:pt x="617" y="124"/>
                    <a:pt x="616" y="124"/>
                  </a:cubicBezTo>
                  <a:cubicBezTo>
                    <a:pt x="616" y="124"/>
                    <a:pt x="616" y="124"/>
                    <a:pt x="616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9" y="124"/>
                    <a:pt x="609" y="124"/>
                    <a:pt x="609" y="124"/>
                  </a:cubicBezTo>
                  <a:cubicBezTo>
                    <a:pt x="608" y="124"/>
                    <a:pt x="608" y="124"/>
                    <a:pt x="608" y="124"/>
                  </a:cubicBezTo>
                  <a:cubicBezTo>
                    <a:pt x="608" y="124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3"/>
                    <a:pt x="606" y="123"/>
                    <a:pt x="606" y="123"/>
                  </a:cubicBezTo>
                  <a:cubicBezTo>
                    <a:pt x="607" y="123"/>
                    <a:pt x="607" y="123"/>
                    <a:pt x="607" y="123"/>
                  </a:cubicBezTo>
                  <a:cubicBezTo>
                    <a:pt x="607" y="123"/>
                    <a:pt x="607" y="123"/>
                    <a:pt x="606" y="123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2"/>
                    <a:pt x="606" y="122"/>
                    <a:pt x="606" y="122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20"/>
                    <a:pt x="606" y="120"/>
                    <a:pt x="606" y="120"/>
                  </a:cubicBezTo>
                  <a:cubicBezTo>
                    <a:pt x="606" y="119"/>
                    <a:pt x="606" y="119"/>
                    <a:pt x="606" y="119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8"/>
                    <a:pt x="606" y="118"/>
                    <a:pt x="606" y="118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6" y="117"/>
                    <a:pt x="606" y="117"/>
                  </a:cubicBezTo>
                  <a:cubicBezTo>
                    <a:pt x="606" y="117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7" y="116"/>
                    <a:pt x="607" y="116"/>
                    <a:pt x="607" y="116"/>
                  </a:cubicBezTo>
                  <a:cubicBezTo>
                    <a:pt x="608" y="116"/>
                    <a:pt x="608" y="116"/>
                    <a:pt x="608" y="116"/>
                  </a:cubicBezTo>
                  <a:cubicBezTo>
                    <a:pt x="610" y="116"/>
                    <a:pt x="610" y="116"/>
                    <a:pt x="610" y="116"/>
                  </a:cubicBezTo>
                  <a:cubicBezTo>
                    <a:pt x="610" y="115"/>
                    <a:pt x="610" y="115"/>
                    <a:pt x="610" y="115"/>
                  </a:cubicBezTo>
                  <a:cubicBezTo>
                    <a:pt x="610" y="115"/>
                    <a:pt x="610" y="115"/>
                    <a:pt x="610" y="114"/>
                  </a:cubicBezTo>
                  <a:cubicBezTo>
                    <a:pt x="610" y="114"/>
                    <a:pt x="610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1" y="114"/>
                    <a:pt x="611" y="114"/>
                    <a:pt x="611" y="114"/>
                  </a:cubicBezTo>
                  <a:cubicBezTo>
                    <a:pt x="612" y="114"/>
                    <a:pt x="612" y="114"/>
                    <a:pt x="613" y="114"/>
                  </a:cubicBezTo>
                  <a:cubicBezTo>
                    <a:pt x="613" y="114"/>
                    <a:pt x="613" y="114"/>
                    <a:pt x="613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4"/>
                  </a:cubicBezTo>
                  <a:cubicBezTo>
                    <a:pt x="615" y="114"/>
                    <a:pt x="615" y="114"/>
                    <a:pt x="615" y="113"/>
                  </a:cubicBezTo>
                  <a:cubicBezTo>
                    <a:pt x="615" y="113"/>
                    <a:pt x="616" y="113"/>
                    <a:pt x="616" y="113"/>
                  </a:cubicBezTo>
                  <a:cubicBezTo>
                    <a:pt x="616" y="113"/>
                    <a:pt x="617" y="113"/>
                    <a:pt x="617" y="113"/>
                  </a:cubicBezTo>
                  <a:cubicBezTo>
                    <a:pt x="617" y="113"/>
                    <a:pt x="617" y="113"/>
                    <a:pt x="617" y="112"/>
                  </a:cubicBezTo>
                  <a:cubicBezTo>
                    <a:pt x="617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8" y="112"/>
                    <a:pt x="618" y="112"/>
                  </a:cubicBezTo>
                  <a:cubicBezTo>
                    <a:pt x="618" y="112"/>
                    <a:pt x="619" y="112"/>
                    <a:pt x="619" y="112"/>
                  </a:cubicBezTo>
                  <a:cubicBezTo>
                    <a:pt x="619" y="112"/>
                    <a:pt x="619" y="112"/>
                    <a:pt x="619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0" y="111"/>
                    <a:pt x="620" y="111"/>
                    <a:pt x="620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1" y="111"/>
                    <a:pt x="621" y="111"/>
                    <a:pt x="621" y="111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2" y="110"/>
                  </a:cubicBezTo>
                  <a:cubicBezTo>
                    <a:pt x="622" y="110"/>
                    <a:pt x="622" y="110"/>
                    <a:pt x="623" y="110"/>
                  </a:cubicBezTo>
                  <a:cubicBezTo>
                    <a:pt x="623" y="110"/>
                    <a:pt x="623" y="110"/>
                    <a:pt x="624" y="110"/>
                  </a:cubicBezTo>
                  <a:cubicBezTo>
                    <a:pt x="624" y="110"/>
                    <a:pt x="624" y="110"/>
                    <a:pt x="624" y="110"/>
                  </a:cubicBezTo>
                  <a:cubicBezTo>
                    <a:pt x="625" y="109"/>
                    <a:pt x="626" y="109"/>
                    <a:pt x="626" y="108"/>
                  </a:cubicBezTo>
                  <a:cubicBezTo>
                    <a:pt x="636" y="103"/>
                    <a:pt x="652" y="104"/>
                    <a:pt x="649" y="87"/>
                  </a:cubicBezTo>
                  <a:cubicBezTo>
                    <a:pt x="648" y="87"/>
                    <a:pt x="646" y="83"/>
                    <a:pt x="644" y="84"/>
                  </a:cubicBezTo>
                  <a:cubicBezTo>
                    <a:pt x="643" y="85"/>
                    <a:pt x="640" y="88"/>
                    <a:pt x="639" y="90"/>
                  </a:cubicBezTo>
                  <a:cubicBezTo>
                    <a:pt x="637" y="91"/>
                    <a:pt x="633" y="95"/>
                    <a:pt x="630" y="96"/>
                  </a:cubicBezTo>
                  <a:cubicBezTo>
                    <a:pt x="629" y="97"/>
                    <a:pt x="628" y="97"/>
                    <a:pt x="627" y="97"/>
                  </a:cubicBezTo>
                  <a:cubicBezTo>
                    <a:pt x="627" y="97"/>
                    <a:pt x="627" y="97"/>
                    <a:pt x="627" y="97"/>
                  </a:cubicBezTo>
                  <a:cubicBezTo>
                    <a:pt x="627" y="96"/>
                    <a:pt x="626" y="94"/>
                    <a:pt x="627" y="93"/>
                  </a:cubicBezTo>
                  <a:cubicBezTo>
                    <a:pt x="629" y="87"/>
                    <a:pt x="634" y="82"/>
                    <a:pt x="638" y="77"/>
                  </a:cubicBezTo>
                  <a:cubicBezTo>
                    <a:pt x="636" y="76"/>
                    <a:pt x="634" y="74"/>
                    <a:pt x="633" y="73"/>
                  </a:cubicBezTo>
                  <a:cubicBezTo>
                    <a:pt x="630" y="69"/>
                    <a:pt x="629" y="74"/>
                    <a:pt x="627" y="75"/>
                  </a:cubicBezTo>
                  <a:cubicBezTo>
                    <a:pt x="625" y="76"/>
                    <a:pt x="628" y="75"/>
                    <a:pt x="629" y="78"/>
                  </a:cubicBezTo>
                  <a:cubicBezTo>
                    <a:pt x="630" y="80"/>
                    <a:pt x="625" y="85"/>
                    <a:pt x="624" y="86"/>
                  </a:cubicBezTo>
                  <a:cubicBezTo>
                    <a:pt x="623" y="88"/>
                    <a:pt x="621" y="88"/>
                    <a:pt x="621" y="90"/>
                  </a:cubicBezTo>
                  <a:cubicBezTo>
                    <a:pt x="621" y="95"/>
                    <a:pt x="623" y="103"/>
                    <a:pt x="616" y="104"/>
                  </a:cubicBezTo>
                  <a:cubicBezTo>
                    <a:pt x="615" y="104"/>
                    <a:pt x="605" y="102"/>
                    <a:pt x="605" y="100"/>
                  </a:cubicBezTo>
                  <a:cubicBezTo>
                    <a:pt x="604" y="99"/>
                    <a:pt x="604" y="95"/>
                    <a:pt x="604" y="94"/>
                  </a:cubicBezTo>
                  <a:cubicBezTo>
                    <a:pt x="604" y="91"/>
                    <a:pt x="604" y="84"/>
                    <a:pt x="602" y="80"/>
                  </a:cubicBezTo>
                  <a:cubicBezTo>
                    <a:pt x="601" y="78"/>
                    <a:pt x="599" y="77"/>
                    <a:pt x="598" y="77"/>
                  </a:cubicBezTo>
                  <a:cubicBezTo>
                    <a:pt x="598" y="76"/>
                    <a:pt x="598" y="76"/>
                    <a:pt x="598" y="75"/>
                  </a:cubicBezTo>
                  <a:cubicBezTo>
                    <a:pt x="603" y="75"/>
                    <a:pt x="609" y="78"/>
                    <a:pt x="611" y="80"/>
                  </a:cubicBezTo>
                  <a:cubicBezTo>
                    <a:pt x="616" y="82"/>
                    <a:pt x="613" y="68"/>
                    <a:pt x="614" y="65"/>
                  </a:cubicBezTo>
                  <a:cubicBezTo>
                    <a:pt x="614" y="62"/>
                    <a:pt x="618" y="62"/>
                    <a:pt x="619" y="63"/>
                  </a:cubicBezTo>
                  <a:cubicBezTo>
                    <a:pt x="621" y="63"/>
                    <a:pt x="624" y="67"/>
                    <a:pt x="624" y="70"/>
                  </a:cubicBezTo>
                  <a:cubicBezTo>
                    <a:pt x="624" y="72"/>
                    <a:pt x="627" y="71"/>
                    <a:pt x="627" y="71"/>
                  </a:cubicBezTo>
                  <a:cubicBezTo>
                    <a:pt x="627" y="64"/>
                    <a:pt x="627" y="64"/>
                    <a:pt x="627" y="64"/>
                  </a:cubicBezTo>
                  <a:cubicBezTo>
                    <a:pt x="627" y="64"/>
                    <a:pt x="625" y="61"/>
                    <a:pt x="622" y="61"/>
                  </a:cubicBezTo>
                  <a:cubicBezTo>
                    <a:pt x="620" y="61"/>
                    <a:pt x="616" y="57"/>
                    <a:pt x="615" y="55"/>
                  </a:cubicBezTo>
                  <a:cubicBezTo>
                    <a:pt x="614" y="52"/>
                    <a:pt x="620" y="53"/>
                    <a:pt x="621" y="52"/>
                  </a:cubicBezTo>
                  <a:cubicBezTo>
                    <a:pt x="623" y="51"/>
                    <a:pt x="625" y="50"/>
                    <a:pt x="628" y="50"/>
                  </a:cubicBezTo>
                  <a:cubicBezTo>
                    <a:pt x="630" y="49"/>
                    <a:pt x="631" y="49"/>
                    <a:pt x="633" y="49"/>
                  </a:cubicBezTo>
                  <a:cubicBezTo>
                    <a:pt x="637" y="48"/>
                    <a:pt x="640" y="57"/>
                    <a:pt x="643" y="55"/>
                  </a:cubicBezTo>
                  <a:cubicBezTo>
                    <a:pt x="649" y="45"/>
                    <a:pt x="658" y="34"/>
                    <a:pt x="664" y="24"/>
                  </a:cubicBezTo>
                  <a:cubicBezTo>
                    <a:pt x="664" y="24"/>
                    <a:pt x="664" y="24"/>
                    <a:pt x="664" y="24"/>
                  </a:cubicBezTo>
                  <a:cubicBezTo>
                    <a:pt x="664" y="23"/>
                    <a:pt x="664" y="23"/>
                    <a:pt x="664" y="23"/>
                  </a:cubicBezTo>
                  <a:cubicBezTo>
                    <a:pt x="665" y="22"/>
                    <a:pt x="666" y="20"/>
                    <a:pt x="666" y="19"/>
                  </a:cubicBezTo>
                  <a:cubicBezTo>
                    <a:pt x="667" y="19"/>
                    <a:pt x="667" y="19"/>
                    <a:pt x="667" y="19"/>
                  </a:cubicBezTo>
                  <a:cubicBezTo>
                    <a:pt x="667" y="19"/>
                    <a:pt x="667" y="18"/>
                    <a:pt x="667" y="18"/>
                  </a:cubicBezTo>
                  <a:cubicBezTo>
                    <a:pt x="667" y="17"/>
                    <a:pt x="668" y="16"/>
                    <a:pt x="668" y="15"/>
                  </a:cubicBezTo>
                  <a:cubicBezTo>
                    <a:pt x="668" y="14"/>
                    <a:pt x="669" y="14"/>
                    <a:pt x="669" y="14"/>
                  </a:cubicBezTo>
                  <a:cubicBezTo>
                    <a:pt x="669" y="14"/>
                    <a:pt x="669" y="14"/>
                    <a:pt x="669" y="13"/>
                  </a:cubicBezTo>
                  <a:cubicBezTo>
                    <a:pt x="669" y="12"/>
                    <a:pt x="670" y="9"/>
                    <a:pt x="669" y="8"/>
                  </a:cubicBezTo>
                  <a:cubicBezTo>
                    <a:pt x="669" y="7"/>
                    <a:pt x="669" y="7"/>
                    <a:pt x="669" y="7"/>
                  </a:cubicBezTo>
                  <a:cubicBezTo>
                    <a:pt x="668" y="4"/>
                    <a:pt x="669" y="6"/>
                    <a:pt x="668" y="3"/>
                  </a:cubicBezTo>
                  <a:cubicBezTo>
                    <a:pt x="668" y="3"/>
                    <a:pt x="668" y="3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68" y="2"/>
                    <a:pt x="668" y="2"/>
                    <a:pt x="668" y="2"/>
                  </a:cubicBezTo>
                  <a:cubicBezTo>
                    <a:pt x="670" y="2"/>
                    <a:pt x="669" y="1"/>
                    <a:pt x="670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1" y="1"/>
                    <a:pt x="671" y="1"/>
                    <a:pt x="671" y="1"/>
                  </a:cubicBezTo>
                  <a:cubicBezTo>
                    <a:pt x="672" y="2"/>
                    <a:pt x="675" y="2"/>
                    <a:pt x="676" y="2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6" y="2"/>
                    <a:pt x="676" y="2"/>
                    <a:pt x="677" y="2"/>
                  </a:cubicBezTo>
                  <a:cubicBezTo>
                    <a:pt x="678" y="2"/>
                    <a:pt x="677" y="2"/>
                    <a:pt x="678" y="2"/>
                  </a:cubicBezTo>
                  <a:cubicBezTo>
                    <a:pt x="679" y="2"/>
                    <a:pt x="679" y="2"/>
                    <a:pt x="680" y="2"/>
                  </a:cubicBezTo>
                  <a:cubicBezTo>
                    <a:pt x="680" y="2"/>
                    <a:pt x="680" y="2"/>
                    <a:pt x="681" y="2"/>
                  </a:cubicBezTo>
                  <a:cubicBezTo>
                    <a:pt x="681" y="2"/>
                    <a:pt x="681" y="2"/>
                    <a:pt x="681" y="2"/>
                  </a:cubicBezTo>
                  <a:cubicBezTo>
                    <a:pt x="681" y="2"/>
                    <a:pt x="681" y="3"/>
                    <a:pt x="681" y="3"/>
                  </a:cubicBezTo>
                  <a:cubicBezTo>
                    <a:pt x="682" y="3"/>
                    <a:pt x="682" y="3"/>
                    <a:pt x="682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3" y="3"/>
                    <a:pt x="683" y="3"/>
                    <a:pt x="683" y="3"/>
                  </a:cubicBezTo>
                  <a:cubicBezTo>
                    <a:pt x="684" y="4"/>
                    <a:pt x="684" y="4"/>
                    <a:pt x="684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5" y="4"/>
                    <a:pt x="685" y="4"/>
                    <a:pt x="685" y="4"/>
                  </a:cubicBezTo>
                  <a:cubicBezTo>
                    <a:pt x="686" y="4"/>
                    <a:pt x="686" y="4"/>
                    <a:pt x="686" y="4"/>
                  </a:cubicBezTo>
                  <a:cubicBezTo>
                    <a:pt x="686" y="4"/>
                    <a:pt x="686" y="4"/>
                    <a:pt x="687" y="4"/>
                  </a:cubicBezTo>
                  <a:cubicBezTo>
                    <a:pt x="687" y="4"/>
                    <a:pt x="687" y="4"/>
                    <a:pt x="687" y="5"/>
                  </a:cubicBezTo>
                  <a:cubicBezTo>
                    <a:pt x="687" y="5"/>
                    <a:pt x="687" y="5"/>
                    <a:pt x="688" y="5"/>
                  </a:cubicBezTo>
                  <a:cubicBezTo>
                    <a:pt x="688" y="5"/>
                    <a:pt x="688" y="6"/>
                    <a:pt x="688" y="6"/>
                  </a:cubicBezTo>
                  <a:cubicBezTo>
                    <a:pt x="689" y="6"/>
                    <a:pt x="689" y="6"/>
                    <a:pt x="689" y="6"/>
                  </a:cubicBezTo>
                  <a:cubicBezTo>
                    <a:pt x="689" y="6"/>
                    <a:pt x="689" y="6"/>
                    <a:pt x="689" y="7"/>
                  </a:cubicBezTo>
                  <a:cubicBezTo>
                    <a:pt x="689" y="7"/>
                    <a:pt x="690" y="7"/>
                    <a:pt x="690" y="7"/>
                  </a:cubicBezTo>
                  <a:cubicBezTo>
                    <a:pt x="690" y="7"/>
                    <a:pt x="690" y="8"/>
                    <a:pt x="690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8"/>
                    <a:pt x="691" y="8"/>
                    <a:pt x="691" y="8"/>
                  </a:cubicBezTo>
                  <a:cubicBezTo>
                    <a:pt x="691" y="9"/>
                    <a:pt x="691" y="9"/>
                    <a:pt x="691" y="9"/>
                  </a:cubicBezTo>
                  <a:cubicBezTo>
                    <a:pt x="691" y="9"/>
                    <a:pt x="692" y="9"/>
                    <a:pt x="692" y="9"/>
                  </a:cubicBezTo>
                  <a:cubicBezTo>
                    <a:pt x="692" y="10"/>
                    <a:pt x="692" y="10"/>
                    <a:pt x="692" y="10"/>
                  </a:cubicBezTo>
                  <a:cubicBezTo>
                    <a:pt x="692" y="10"/>
                    <a:pt x="692" y="10"/>
                    <a:pt x="693" y="11"/>
                  </a:cubicBezTo>
                  <a:cubicBezTo>
                    <a:pt x="693" y="11"/>
                    <a:pt x="693" y="11"/>
                    <a:pt x="693" y="11"/>
                  </a:cubicBezTo>
                  <a:cubicBezTo>
                    <a:pt x="693" y="11"/>
                    <a:pt x="693" y="11"/>
                    <a:pt x="693" y="12"/>
                  </a:cubicBezTo>
                  <a:cubicBezTo>
                    <a:pt x="693" y="12"/>
                    <a:pt x="694" y="12"/>
                    <a:pt x="694" y="12"/>
                  </a:cubicBezTo>
                  <a:cubicBezTo>
                    <a:pt x="694" y="12"/>
                    <a:pt x="694" y="12"/>
                    <a:pt x="694" y="12"/>
                  </a:cubicBezTo>
                  <a:cubicBezTo>
                    <a:pt x="694" y="14"/>
                    <a:pt x="694" y="14"/>
                    <a:pt x="694" y="14"/>
                  </a:cubicBezTo>
                  <a:cubicBezTo>
                    <a:pt x="694" y="14"/>
                    <a:pt x="694" y="15"/>
                    <a:pt x="694" y="15"/>
                  </a:cubicBezTo>
                  <a:cubicBezTo>
                    <a:pt x="694" y="15"/>
                    <a:pt x="694" y="15"/>
                    <a:pt x="694" y="16"/>
                  </a:cubicBezTo>
                  <a:cubicBezTo>
                    <a:pt x="694" y="16"/>
                    <a:pt x="694" y="17"/>
                    <a:pt x="694" y="17"/>
                  </a:cubicBezTo>
                  <a:cubicBezTo>
                    <a:pt x="694" y="18"/>
                    <a:pt x="694" y="18"/>
                    <a:pt x="694" y="19"/>
                  </a:cubicBezTo>
                  <a:cubicBezTo>
                    <a:pt x="694" y="19"/>
                    <a:pt x="694" y="19"/>
                    <a:pt x="694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3" y="19"/>
                    <a:pt x="693" y="19"/>
                    <a:pt x="693" y="19"/>
                  </a:cubicBezTo>
                  <a:cubicBezTo>
                    <a:pt x="692" y="20"/>
                    <a:pt x="691" y="21"/>
                    <a:pt x="690" y="22"/>
                  </a:cubicBezTo>
                  <a:cubicBezTo>
                    <a:pt x="690" y="22"/>
                    <a:pt x="690" y="23"/>
                    <a:pt x="690" y="23"/>
                  </a:cubicBezTo>
                  <a:cubicBezTo>
                    <a:pt x="689" y="23"/>
                    <a:pt x="689" y="23"/>
                    <a:pt x="689" y="23"/>
                  </a:cubicBezTo>
                  <a:cubicBezTo>
                    <a:pt x="689" y="23"/>
                    <a:pt x="689" y="24"/>
                    <a:pt x="689" y="24"/>
                  </a:cubicBezTo>
                  <a:cubicBezTo>
                    <a:pt x="689" y="24"/>
                    <a:pt x="688" y="24"/>
                    <a:pt x="688" y="24"/>
                  </a:cubicBezTo>
                  <a:cubicBezTo>
                    <a:pt x="688" y="25"/>
                    <a:pt x="688" y="25"/>
                    <a:pt x="688" y="25"/>
                  </a:cubicBezTo>
                  <a:cubicBezTo>
                    <a:pt x="686" y="26"/>
                    <a:pt x="684" y="27"/>
                    <a:pt x="682" y="29"/>
                  </a:cubicBezTo>
                  <a:cubicBezTo>
                    <a:pt x="682" y="29"/>
                    <a:pt x="682" y="29"/>
                    <a:pt x="682" y="29"/>
                  </a:cubicBezTo>
                  <a:cubicBezTo>
                    <a:pt x="681" y="29"/>
                    <a:pt x="681" y="29"/>
                    <a:pt x="681" y="29"/>
                  </a:cubicBezTo>
                  <a:cubicBezTo>
                    <a:pt x="681" y="29"/>
                    <a:pt x="681" y="30"/>
                    <a:pt x="681" y="30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80" y="31"/>
                    <a:pt x="680" y="31"/>
                    <a:pt x="680" y="31"/>
                  </a:cubicBezTo>
                  <a:cubicBezTo>
                    <a:pt x="674" y="38"/>
                    <a:pt x="665" y="48"/>
                    <a:pt x="663" y="52"/>
                  </a:cubicBezTo>
                  <a:cubicBezTo>
                    <a:pt x="662" y="53"/>
                    <a:pt x="663" y="55"/>
                    <a:pt x="664" y="56"/>
                  </a:cubicBezTo>
                  <a:cubicBezTo>
                    <a:pt x="665" y="57"/>
                    <a:pt x="667" y="57"/>
                    <a:pt x="668" y="59"/>
                  </a:cubicBezTo>
                  <a:cubicBezTo>
                    <a:pt x="668" y="59"/>
                    <a:pt x="664" y="61"/>
                    <a:pt x="664" y="63"/>
                  </a:cubicBezTo>
                  <a:cubicBezTo>
                    <a:pt x="662" y="64"/>
                    <a:pt x="661" y="65"/>
                    <a:pt x="659" y="67"/>
                  </a:cubicBezTo>
                  <a:cubicBezTo>
                    <a:pt x="656" y="69"/>
                    <a:pt x="654" y="70"/>
                    <a:pt x="654" y="72"/>
                  </a:cubicBezTo>
                  <a:cubicBezTo>
                    <a:pt x="654" y="74"/>
                    <a:pt x="660" y="79"/>
                    <a:pt x="661" y="82"/>
                  </a:cubicBezTo>
                  <a:cubicBezTo>
                    <a:pt x="661" y="86"/>
                    <a:pt x="656" y="88"/>
                    <a:pt x="658" y="91"/>
                  </a:cubicBezTo>
                  <a:cubicBezTo>
                    <a:pt x="660" y="92"/>
                    <a:pt x="661" y="93"/>
                    <a:pt x="662" y="94"/>
                  </a:cubicBezTo>
                  <a:cubicBezTo>
                    <a:pt x="664" y="94"/>
                    <a:pt x="666" y="91"/>
                    <a:pt x="668" y="89"/>
                  </a:cubicBezTo>
                  <a:cubicBezTo>
                    <a:pt x="669" y="88"/>
                    <a:pt x="670" y="88"/>
                    <a:pt x="670" y="86"/>
                  </a:cubicBezTo>
                  <a:cubicBezTo>
                    <a:pt x="670" y="86"/>
                    <a:pt x="670" y="85"/>
                    <a:pt x="670" y="85"/>
                  </a:cubicBezTo>
                  <a:cubicBezTo>
                    <a:pt x="668" y="82"/>
                    <a:pt x="666" y="81"/>
                    <a:pt x="665" y="77"/>
                  </a:cubicBezTo>
                  <a:cubicBezTo>
                    <a:pt x="665" y="76"/>
                    <a:pt x="663" y="73"/>
                    <a:pt x="665" y="70"/>
                  </a:cubicBezTo>
                  <a:cubicBezTo>
                    <a:pt x="666" y="68"/>
                    <a:pt x="664" y="65"/>
                    <a:pt x="666" y="63"/>
                  </a:cubicBezTo>
                  <a:cubicBezTo>
                    <a:pt x="667" y="61"/>
                    <a:pt x="669" y="61"/>
                    <a:pt x="671" y="60"/>
                  </a:cubicBezTo>
                  <a:cubicBezTo>
                    <a:pt x="676" y="60"/>
                    <a:pt x="676" y="66"/>
                    <a:pt x="680" y="68"/>
                  </a:cubicBezTo>
                  <a:cubicBezTo>
                    <a:pt x="683" y="68"/>
                    <a:pt x="689" y="57"/>
                    <a:pt x="691" y="54"/>
                  </a:cubicBezTo>
                  <a:cubicBezTo>
                    <a:pt x="691" y="54"/>
                    <a:pt x="691" y="54"/>
                    <a:pt x="691" y="53"/>
                  </a:cubicBezTo>
                  <a:cubicBezTo>
                    <a:pt x="685" y="54"/>
                    <a:pt x="678" y="55"/>
                    <a:pt x="675" y="51"/>
                  </a:cubicBezTo>
                  <a:cubicBezTo>
                    <a:pt x="676" y="44"/>
                    <a:pt x="687" y="44"/>
                    <a:pt x="692" y="42"/>
                  </a:cubicBezTo>
                  <a:cubicBezTo>
                    <a:pt x="696" y="41"/>
                    <a:pt x="696" y="38"/>
                    <a:pt x="699" y="37"/>
                  </a:cubicBezTo>
                  <a:cubicBezTo>
                    <a:pt x="704" y="36"/>
                    <a:pt x="719" y="50"/>
                    <a:pt x="716" y="55"/>
                  </a:cubicBezTo>
                  <a:cubicBezTo>
                    <a:pt x="704" y="60"/>
                    <a:pt x="688" y="80"/>
                    <a:pt x="680" y="91"/>
                  </a:cubicBezTo>
                  <a:cubicBezTo>
                    <a:pt x="680" y="91"/>
                    <a:pt x="680" y="92"/>
                    <a:pt x="680" y="92"/>
                  </a:cubicBezTo>
                  <a:cubicBezTo>
                    <a:pt x="681" y="92"/>
                    <a:pt x="681" y="93"/>
                    <a:pt x="682" y="94"/>
                  </a:cubicBezTo>
                  <a:cubicBezTo>
                    <a:pt x="689" y="94"/>
                    <a:pt x="696" y="92"/>
                    <a:pt x="704" y="92"/>
                  </a:cubicBezTo>
                  <a:cubicBezTo>
                    <a:pt x="706" y="92"/>
                    <a:pt x="710" y="93"/>
                    <a:pt x="716" y="97"/>
                  </a:cubicBezTo>
                  <a:cubicBezTo>
                    <a:pt x="720" y="99"/>
                    <a:pt x="716" y="104"/>
                    <a:pt x="716" y="105"/>
                  </a:cubicBezTo>
                  <a:cubicBezTo>
                    <a:pt x="715" y="108"/>
                    <a:pt x="713" y="108"/>
                    <a:pt x="709" y="111"/>
                  </a:cubicBezTo>
                  <a:cubicBezTo>
                    <a:pt x="707" y="113"/>
                    <a:pt x="704" y="114"/>
                    <a:pt x="700" y="116"/>
                  </a:cubicBezTo>
                  <a:cubicBezTo>
                    <a:pt x="698" y="117"/>
                    <a:pt x="696" y="119"/>
                    <a:pt x="692" y="120"/>
                  </a:cubicBezTo>
                  <a:cubicBezTo>
                    <a:pt x="689" y="121"/>
                    <a:pt x="685" y="124"/>
                    <a:pt x="682" y="125"/>
                  </a:cubicBezTo>
                  <a:cubicBezTo>
                    <a:pt x="676" y="127"/>
                    <a:pt x="670" y="130"/>
                    <a:pt x="664" y="133"/>
                  </a:cubicBezTo>
                  <a:cubicBezTo>
                    <a:pt x="663" y="133"/>
                    <a:pt x="662" y="134"/>
                    <a:pt x="662" y="134"/>
                  </a:cubicBezTo>
                  <a:cubicBezTo>
                    <a:pt x="662" y="134"/>
                    <a:pt x="661" y="134"/>
                    <a:pt x="660" y="134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8" y="135"/>
                    <a:pt x="658" y="135"/>
                    <a:pt x="658" y="135"/>
                  </a:cubicBezTo>
                  <a:cubicBezTo>
                    <a:pt x="657" y="135"/>
                    <a:pt x="657" y="135"/>
                    <a:pt x="656" y="135"/>
                  </a:cubicBezTo>
                  <a:cubicBezTo>
                    <a:pt x="655" y="136"/>
                    <a:pt x="654" y="136"/>
                    <a:pt x="653" y="136"/>
                  </a:cubicBezTo>
                  <a:cubicBezTo>
                    <a:pt x="652" y="137"/>
                    <a:pt x="652" y="137"/>
                    <a:pt x="652" y="137"/>
                  </a:cubicBezTo>
                  <a:cubicBezTo>
                    <a:pt x="650" y="137"/>
                    <a:pt x="650" y="137"/>
                    <a:pt x="650" y="137"/>
                  </a:cubicBezTo>
                  <a:cubicBezTo>
                    <a:pt x="650" y="139"/>
                    <a:pt x="650" y="139"/>
                    <a:pt x="650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4" y="139"/>
                    <a:pt x="654" y="139"/>
                    <a:pt x="654" y="139"/>
                  </a:cubicBezTo>
                  <a:cubicBezTo>
                    <a:pt x="655" y="140"/>
                    <a:pt x="659" y="137"/>
                    <a:pt x="660" y="137"/>
                  </a:cubicBezTo>
                  <a:cubicBezTo>
                    <a:pt x="660" y="137"/>
                    <a:pt x="660" y="137"/>
                    <a:pt x="660" y="137"/>
                  </a:cubicBezTo>
                  <a:cubicBezTo>
                    <a:pt x="664" y="136"/>
                    <a:pt x="664" y="136"/>
                    <a:pt x="664" y="136"/>
                  </a:cubicBezTo>
                  <a:cubicBezTo>
                    <a:pt x="664" y="136"/>
                    <a:pt x="667" y="136"/>
                    <a:pt x="668" y="136"/>
                  </a:cubicBezTo>
                  <a:cubicBezTo>
                    <a:pt x="668" y="136"/>
                    <a:pt x="668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0" y="137"/>
                    <a:pt x="670" y="137"/>
                  </a:cubicBezTo>
                  <a:cubicBezTo>
                    <a:pt x="670" y="137"/>
                    <a:pt x="671" y="138"/>
                    <a:pt x="672" y="138"/>
                  </a:cubicBezTo>
                  <a:cubicBezTo>
                    <a:pt x="672" y="139"/>
                    <a:pt x="672" y="139"/>
                    <a:pt x="672" y="139"/>
                  </a:cubicBezTo>
                  <a:cubicBezTo>
                    <a:pt x="672" y="139"/>
                    <a:pt x="672" y="139"/>
                    <a:pt x="673" y="140"/>
                  </a:cubicBezTo>
                  <a:cubicBezTo>
                    <a:pt x="673" y="140"/>
                    <a:pt x="673" y="140"/>
                    <a:pt x="673" y="140"/>
                  </a:cubicBezTo>
                  <a:cubicBezTo>
                    <a:pt x="673" y="140"/>
                    <a:pt x="673" y="140"/>
                    <a:pt x="673" y="141"/>
                  </a:cubicBezTo>
                  <a:cubicBezTo>
                    <a:pt x="673" y="141"/>
                    <a:pt x="673" y="141"/>
                    <a:pt x="673" y="141"/>
                  </a:cubicBezTo>
                  <a:cubicBezTo>
                    <a:pt x="675" y="142"/>
                    <a:pt x="675" y="142"/>
                    <a:pt x="675" y="142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4"/>
                    <a:pt x="675" y="144"/>
                    <a:pt x="675" y="144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3" y="147"/>
                    <a:pt x="673" y="147"/>
                    <a:pt x="673" y="147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2" y="149"/>
                    <a:pt x="672" y="149"/>
                    <a:pt x="672" y="149"/>
                  </a:cubicBezTo>
                  <a:cubicBezTo>
                    <a:pt x="671" y="149"/>
                    <a:pt x="671" y="149"/>
                    <a:pt x="671" y="149"/>
                  </a:cubicBezTo>
                  <a:cubicBezTo>
                    <a:pt x="671" y="150"/>
                    <a:pt x="671" y="150"/>
                    <a:pt x="671" y="150"/>
                  </a:cubicBezTo>
                  <a:cubicBezTo>
                    <a:pt x="670" y="150"/>
                    <a:pt x="670" y="150"/>
                    <a:pt x="670" y="150"/>
                  </a:cubicBezTo>
                  <a:cubicBezTo>
                    <a:pt x="670" y="152"/>
                    <a:pt x="670" y="151"/>
                    <a:pt x="669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8" y="152"/>
                    <a:pt x="668" y="152"/>
                    <a:pt x="668" y="152"/>
                  </a:cubicBezTo>
                  <a:cubicBezTo>
                    <a:pt x="666" y="154"/>
                    <a:pt x="665" y="154"/>
                    <a:pt x="662" y="156"/>
                  </a:cubicBezTo>
                  <a:cubicBezTo>
                    <a:pt x="662" y="157"/>
                    <a:pt x="661" y="158"/>
                    <a:pt x="660" y="158"/>
                  </a:cubicBezTo>
                  <a:cubicBezTo>
                    <a:pt x="660" y="159"/>
                    <a:pt x="660" y="160"/>
                    <a:pt x="660" y="160"/>
                  </a:cubicBezTo>
                  <a:cubicBezTo>
                    <a:pt x="660" y="161"/>
                    <a:pt x="660" y="162"/>
                    <a:pt x="661" y="163"/>
                  </a:cubicBezTo>
                  <a:cubicBezTo>
                    <a:pt x="662" y="163"/>
                    <a:pt x="663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4" y="162"/>
                    <a:pt x="664" y="162"/>
                    <a:pt x="664" y="162"/>
                  </a:cubicBezTo>
                  <a:cubicBezTo>
                    <a:pt x="665" y="162"/>
                    <a:pt x="666" y="161"/>
                    <a:pt x="667" y="161"/>
                  </a:cubicBezTo>
                  <a:cubicBezTo>
                    <a:pt x="667" y="161"/>
                    <a:pt x="667" y="161"/>
                    <a:pt x="667" y="161"/>
                  </a:cubicBezTo>
                  <a:cubicBezTo>
                    <a:pt x="667" y="161"/>
                    <a:pt x="672" y="159"/>
                    <a:pt x="677" y="158"/>
                  </a:cubicBezTo>
                  <a:cubicBezTo>
                    <a:pt x="682" y="157"/>
                    <a:pt x="689" y="155"/>
                    <a:pt x="689" y="155"/>
                  </a:cubicBezTo>
                  <a:cubicBezTo>
                    <a:pt x="689" y="155"/>
                    <a:pt x="689" y="155"/>
                    <a:pt x="689" y="155"/>
                  </a:cubicBezTo>
                  <a:cubicBezTo>
                    <a:pt x="694" y="155"/>
                    <a:pt x="693" y="156"/>
                    <a:pt x="697" y="158"/>
                  </a:cubicBezTo>
                  <a:cubicBezTo>
                    <a:pt x="697" y="158"/>
                    <a:pt x="697" y="158"/>
                    <a:pt x="697" y="158"/>
                  </a:cubicBezTo>
                  <a:cubicBezTo>
                    <a:pt x="698" y="158"/>
                    <a:pt x="698" y="159"/>
                    <a:pt x="699" y="159"/>
                  </a:cubicBezTo>
                  <a:cubicBezTo>
                    <a:pt x="699" y="160"/>
                    <a:pt x="699" y="160"/>
                    <a:pt x="699" y="160"/>
                  </a:cubicBezTo>
                  <a:cubicBezTo>
                    <a:pt x="700" y="160"/>
                    <a:pt x="700" y="160"/>
                    <a:pt x="700" y="160"/>
                  </a:cubicBezTo>
                  <a:cubicBezTo>
                    <a:pt x="701" y="161"/>
                    <a:pt x="704" y="163"/>
                    <a:pt x="704" y="165"/>
                  </a:cubicBezTo>
                  <a:cubicBezTo>
                    <a:pt x="704" y="169"/>
                    <a:pt x="704" y="168"/>
                    <a:pt x="700" y="169"/>
                  </a:cubicBezTo>
                  <a:cubicBezTo>
                    <a:pt x="698" y="170"/>
                    <a:pt x="695" y="170"/>
                    <a:pt x="694" y="170"/>
                  </a:cubicBezTo>
                  <a:cubicBezTo>
                    <a:pt x="690" y="171"/>
                    <a:pt x="687" y="172"/>
                    <a:pt x="683" y="173"/>
                  </a:cubicBezTo>
                  <a:cubicBezTo>
                    <a:pt x="679" y="174"/>
                    <a:pt x="676" y="174"/>
                    <a:pt x="672" y="175"/>
                  </a:cubicBezTo>
                  <a:cubicBezTo>
                    <a:pt x="668" y="176"/>
                    <a:pt x="666" y="175"/>
                    <a:pt x="663" y="176"/>
                  </a:cubicBezTo>
                  <a:cubicBezTo>
                    <a:pt x="663" y="176"/>
                    <a:pt x="663" y="176"/>
                    <a:pt x="663" y="176"/>
                  </a:cubicBezTo>
                  <a:cubicBezTo>
                    <a:pt x="663" y="176"/>
                    <a:pt x="661" y="177"/>
                    <a:pt x="661" y="177"/>
                  </a:cubicBezTo>
                  <a:cubicBezTo>
                    <a:pt x="660" y="187"/>
                    <a:pt x="663" y="205"/>
                    <a:pt x="663" y="213"/>
                  </a:cubicBezTo>
                  <a:cubicBezTo>
                    <a:pt x="665" y="218"/>
                    <a:pt x="663" y="221"/>
                    <a:pt x="662" y="225"/>
                  </a:cubicBezTo>
                  <a:cubicBezTo>
                    <a:pt x="662" y="225"/>
                    <a:pt x="662" y="225"/>
                    <a:pt x="662" y="225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29"/>
                  </a:cubicBezTo>
                  <a:cubicBezTo>
                    <a:pt x="662" y="229"/>
                    <a:pt x="662" y="229"/>
                    <a:pt x="662" y="230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3"/>
                    <a:pt x="661" y="233"/>
                    <a:pt x="661" y="233"/>
                  </a:cubicBezTo>
                  <a:cubicBezTo>
                    <a:pt x="661" y="234"/>
                    <a:pt x="661" y="235"/>
                    <a:pt x="660" y="236"/>
                  </a:cubicBezTo>
                  <a:cubicBezTo>
                    <a:pt x="657" y="235"/>
                    <a:pt x="645" y="235"/>
                    <a:pt x="644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1" y="233"/>
                    <a:pt x="641" y="233"/>
                    <a:pt x="641" y="233"/>
                  </a:cubicBezTo>
                  <a:cubicBezTo>
                    <a:pt x="640" y="233"/>
                    <a:pt x="640" y="233"/>
                    <a:pt x="640" y="233"/>
                  </a:cubicBezTo>
                  <a:cubicBezTo>
                    <a:pt x="640" y="232"/>
                    <a:pt x="638" y="232"/>
                    <a:pt x="638" y="231"/>
                  </a:cubicBezTo>
                  <a:cubicBezTo>
                    <a:pt x="638" y="231"/>
                    <a:pt x="638" y="231"/>
                    <a:pt x="638" y="231"/>
                  </a:cubicBezTo>
                  <a:cubicBezTo>
                    <a:pt x="637" y="231"/>
                    <a:pt x="635" y="230"/>
                    <a:pt x="635" y="230"/>
                  </a:cubicBezTo>
                  <a:cubicBezTo>
                    <a:pt x="635" y="230"/>
                    <a:pt x="635" y="230"/>
                    <a:pt x="635" y="230"/>
                  </a:cubicBezTo>
                  <a:cubicBezTo>
                    <a:pt x="633" y="229"/>
                    <a:pt x="633" y="229"/>
                    <a:pt x="633" y="229"/>
                  </a:cubicBezTo>
                  <a:cubicBezTo>
                    <a:pt x="633" y="229"/>
                    <a:pt x="630" y="228"/>
                    <a:pt x="630" y="228"/>
                  </a:cubicBezTo>
                  <a:cubicBezTo>
                    <a:pt x="630" y="228"/>
                    <a:pt x="630" y="228"/>
                    <a:pt x="630" y="228"/>
                  </a:cubicBezTo>
                  <a:cubicBezTo>
                    <a:pt x="628" y="226"/>
                    <a:pt x="621" y="219"/>
                    <a:pt x="618" y="219"/>
                  </a:cubicBezTo>
                  <a:cubicBezTo>
                    <a:pt x="618" y="219"/>
                    <a:pt x="617" y="219"/>
                    <a:pt x="617" y="219"/>
                  </a:cubicBezTo>
                  <a:cubicBezTo>
                    <a:pt x="617" y="219"/>
                    <a:pt x="617" y="219"/>
                    <a:pt x="617" y="219"/>
                  </a:cubicBezTo>
                  <a:cubicBezTo>
                    <a:pt x="615" y="217"/>
                    <a:pt x="615" y="217"/>
                    <a:pt x="615" y="217"/>
                  </a:cubicBezTo>
                  <a:cubicBezTo>
                    <a:pt x="614" y="216"/>
                    <a:pt x="614" y="216"/>
                    <a:pt x="614" y="216"/>
                  </a:cubicBezTo>
                  <a:cubicBezTo>
                    <a:pt x="613" y="216"/>
                    <a:pt x="613" y="216"/>
                    <a:pt x="613" y="216"/>
                  </a:cubicBezTo>
                  <a:cubicBezTo>
                    <a:pt x="613" y="215"/>
                    <a:pt x="613" y="215"/>
                    <a:pt x="613" y="215"/>
                  </a:cubicBezTo>
                  <a:cubicBezTo>
                    <a:pt x="614" y="214"/>
                    <a:pt x="617" y="215"/>
                    <a:pt x="622" y="215"/>
                  </a:cubicBezTo>
                  <a:cubicBezTo>
                    <a:pt x="625" y="216"/>
                    <a:pt x="628" y="215"/>
                    <a:pt x="631" y="216"/>
                  </a:cubicBezTo>
                  <a:cubicBezTo>
                    <a:pt x="634" y="216"/>
                    <a:pt x="636" y="218"/>
                    <a:pt x="639" y="218"/>
                  </a:cubicBezTo>
                  <a:cubicBezTo>
                    <a:pt x="640" y="218"/>
                    <a:pt x="642" y="219"/>
                    <a:pt x="643" y="219"/>
                  </a:cubicBezTo>
                  <a:cubicBezTo>
                    <a:pt x="643" y="218"/>
                    <a:pt x="644" y="218"/>
                    <a:pt x="645" y="218"/>
                  </a:cubicBezTo>
                  <a:cubicBezTo>
                    <a:pt x="645" y="218"/>
                    <a:pt x="645" y="217"/>
                    <a:pt x="644" y="217"/>
                  </a:cubicBezTo>
                  <a:cubicBezTo>
                    <a:pt x="644" y="211"/>
                    <a:pt x="643" y="203"/>
                    <a:pt x="643" y="199"/>
                  </a:cubicBezTo>
                  <a:cubicBezTo>
                    <a:pt x="643" y="194"/>
                    <a:pt x="643" y="188"/>
                    <a:pt x="643" y="183"/>
                  </a:cubicBezTo>
                  <a:cubicBezTo>
                    <a:pt x="639" y="183"/>
                    <a:pt x="615" y="191"/>
                    <a:pt x="615" y="192"/>
                  </a:cubicBezTo>
                  <a:cubicBezTo>
                    <a:pt x="615" y="192"/>
                    <a:pt x="615" y="192"/>
                    <a:pt x="615" y="192"/>
                  </a:cubicBezTo>
                  <a:cubicBezTo>
                    <a:pt x="611" y="192"/>
                    <a:pt x="604" y="195"/>
                    <a:pt x="600" y="192"/>
                  </a:cubicBezTo>
                  <a:cubicBezTo>
                    <a:pt x="600" y="192"/>
                    <a:pt x="600" y="192"/>
                    <a:pt x="600" y="192"/>
                  </a:cubicBezTo>
                  <a:cubicBezTo>
                    <a:pt x="600" y="192"/>
                    <a:pt x="600" y="191"/>
                    <a:pt x="600" y="191"/>
                  </a:cubicBezTo>
                  <a:cubicBezTo>
                    <a:pt x="600" y="191"/>
                    <a:pt x="600" y="191"/>
                    <a:pt x="600" y="191"/>
                  </a:cubicBezTo>
                  <a:cubicBezTo>
                    <a:pt x="599" y="191"/>
                    <a:pt x="598" y="190"/>
                    <a:pt x="597" y="190"/>
                  </a:cubicBezTo>
                  <a:cubicBezTo>
                    <a:pt x="597" y="190"/>
                    <a:pt x="597" y="190"/>
                    <a:pt x="597" y="190"/>
                  </a:cubicBezTo>
                  <a:cubicBezTo>
                    <a:pt x="596" y="190"/>
                    <a:pt x="596" y="189"/>
                    <a:pt x="595" y="189"/>
                  </a:cubicBezTo>
                  <a:close/>
                  <a:moveTo>
                    <a:pt x="595" y="138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6" y="137"/>
                    <a:pt x="596" y="135"/>
                    <a:pt x="597" y="134"/>
                  </a:cubicBezTo>
                  <a:cubicBezTo>
                    <a:pt x="599" y="133"/>
                    <a:pt x="600" y="132"/>
                    <a:pt x="601" y="131"/>
                  </a:cubicBezTo>
                  <a:cubicBezTo>
                    <a:pt x="602" y="129"/>
                    <a:pt x="603" y="122"/>
                    <a:pt x="602" y="120"/>
                  </a:cubicBezTo>
                  <a:cubicBezTo>
                    <a:pt x="601" y="119"/>
                    <a:pt x="600" y="119"/>
                    <a:pt x="599" y="118"/>
                  </a:cubicBezTo>
                  <a:cubicBezTo>
                    <a:pt x="597" y="117"/>
                    <a:pt x="596" y="115"/>
                    <a:pt x="595" y="115"/>
                  </a:cubicBezTo>
                  <a:lnTo>
                    <a:pt x="595" y="138"/>
                  </a:lnTo>
                  <a:close/>
                  <a:moveTo>
                    <a:pt x="595" y="115"/>
                  </a:moveTo>
                  <a:cubicBezTo>
                    <a:pt x="595" y="138"/>
                    <a:pt x="595" y="138"/>
                    <a:pt x="595" y="138"/>
                  </a:cubicBezTo>
                  <a:cubicBezTo>
                    <a:pt x="592" y="142"/>
                    <a:pt x="582" y="137"/>
                    <a:pt x="581" y="133"/>
                  </a:cubicBezTo>
                  <a:cubicBezTo>
                    <a:pt x="582" y="130"/>
                    <a:pt x="585" y="128"/>
                    <a:pt x="587" y="125"/>
                  </a:cubicBezTo>
                  <a:cubicBezTo>
                    <a:pt x="588" y="124"/>
                    <a:pt x="588" y="122"/>
                    <a:pt x="589" y="120"/>
                  </a:cubicBezTo>
                  <a:cubicBezTo>
                    <a:pt x="590" y="118"/>
                    <a:pt x="592" y="117"/>
                    <a:pt x="593" y="115"/>
                  </a:cubicBezTo>
                  <a:cubicBezTo>
                    <a:pt x="594" y="115"/>
                    <a:pt x="594" y="115"/>
                    <a:pt x="595" y="115"/>
                  </a:cubicBezTo>
                  <a:close/>
                  <a:moveTo>
                    <a:pt x="595" y="176"/>
                  </a:moveTo>
                  <a:cubicBezTo>
                    <a:pt x="595" y="189"/>
                    <a:pt x="595" y="189"/>
                    <a:pt x="595" y="189"/>
                  </a:cubicBezTo>
                  <a:cubicBezTo>
                    <a:pt x="593" y="188"/>
                    <a:pt x="592" y="187"/>
                    <a:pt x="592" y="186"/>
                  </a:cubicBezTo>
                  <a:cubicBezTo>
                    <a:pt x="592" y="186"/>
                    <a:pt x="592" y="186"/>
                    <a:pt x="592" y="186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90" y="185"/>
                    <a:pt x="590" y="185"/>
                    <a:pt x="590" y="185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4"/>
                    <a:pt x="589" y="184"/>
                    <a:pt x="589" y="184"/>
                  </a:cubicBezTo>
                  <a:cubicBezTo>
                    <a:pt x="589" y="185"/>
                    <a:pt x="589" y="184"/>
                    <a:pt x="589" y="183"/>
                  </a:cubicBezTo>
                  <a:cubicBezTo>
                    <a:pt x="588" y="183"/>
                    <a:pt x="588" y="183"/>
                    <a:pt x="588" y="183"/>
                  </a:cubicBezTo>
                  <a:cubicBezTo>
                    <a:pt x="588" y="183"/>
                    <a:pt x="588" y="183"/>
                    <a:pt x="588" y="182"/>
                  </a:cubicBezTo>
                  <a:cubicBezTo>
                    <a:pt x="588" y="182"/>
                    <a:pt x="587" y="179"/>
                    <a:pt x="588" y="179"/>
                  </a:cubicBezTo>
                  <a:cubicBezTo>
                    <a:pt x="588" y="176"/>
                    <a:pt x="593" y="177"/>
                    <a:pt x="595" y="176"/>
                  </a:cubicBezTo>
                  <a:close/>
                  <a:moveTo>
                    <a:pt x="312" y="204"/>
                  </a:moveTo>
                  <a:cubicBezTo>
                    <a:pt x="312" y="178"/>
                    <a:pt x="312" y="178"/>
                    <a:pt x="312" y="178"/>
                  </a:cubicBezTo>
                  <a:cubicBezTo>
                    <a:pt x="312" y="178"/>
                    <a:pt x="313" y="178"/>
                    <a:pt x="313" y="178"/>
                  </a:cubicBezTo>
                  <a:cubicBezTo>
                    <a:pt x="315" y="178"/>
                    <a:pt x="317" y="178"/>
                    <a:pt x="319" y="179"/>
                  </a:cubicBezTo>
                  <a:cubicBezTo>
                    <a:pt x="321" y="175"/>
                    <a:pt x="322" y="172"/>
                    <a:pt x="323" y="169"/>
                  </a:cubicBezTo>
                  <a:cubicBezTo>
                    <a:pt x="321" y="167"/>
                    <a:pt x="319" y="166"/>
                    <a:pt x="316" y="167"/>
                  </a:cubicBezTo>
                  <a:cubicBezTo>
                    <a:pt x="315" y="167"/>
                    <a:pt x="313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37"/>
                    <a:pt x="312" y="137"/>
                    <a:pt x="312" y="137"/>
                  </a:cubicBezTo>
                  <a:cubicBezTo>
                    <a:pt x="314" y="136"/>
                    <a:pt x="315" y="134"/>
                    <a:pt x="316" y="132"/>
                  </a:cubicBezTo>
                  <a:cubicBezTo>
                    <a:pt x="316" y="130"/>
                    <a:pt x="316" y="129"/>
                    <a:pt x="315" y="128"/>
                  </a:cubicBezTo>
                  <a:cubicBezTo>
                    <a:pt x="314" y="127"/>
                    <a:pt x="313" y="127"/>
                    <a:pt x="312" y="128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4" y="108"/>
                    <a:pt x="316" y="105"/>
                    <a:pt x="318" y="102"/>
                  </a:cubicBezTo>
                  <a:cubicBezTo>
                    <a:pt x="319" y="101"/>
                    <a:pt x="318" y="99"/>
                    <a:pt x="318" y="99"/>
                  </a:cubicBezTo>
                  <a:cubicBezTo>
                    <a:pt x="317" y="98"/>
                    <a:pt x="315" y="98"/>
                    <a:pt x="314" y="99"/>
                  </a:cubicBezTo>
                  <a:cubicBezTo>
                    <a:pt x="313" y="99"/>
                    <a:pt x="312" y="99"/>
                    <a:pt x="312" y="100"/>
                  </a:cubicBezTo>
                  <a:cubicBezTo>
                    <a:pt x="312" y="87"/>
                    <a:pt x="312" y="87"/>
                    <a:pt x="312" y="87"/>
                  </a:cubicBezTo>
                  <a:cubicBezTo>
                    <a:pt x="316" y="82"/>
                    <a:pt x="319" y="77"/>
                    <a:pt x="320" y="71"/>
                  </a:cubicBezTo>
                  <a:cubicBezTo>
                    <a:pt x="324" y="69"/>
                    <a:pt x="327" y="71"/>
                    <a:pt x="329" y="73"/>
                  </a:cubicBezTo>
                  <a:cubicBezTo>
                    <a:pt x="330" y="73"/>
                    <a:pt x="331" y="76"/>
                    <a:pt x="330" y="77"/>
                  </a:cubicBezTo>
                  <a:cubicBezTo>
                    <a:pt x="329" y="80"/>
                    <a:pt x="328" y="84"/>
                    <a:pt x="327" y="87"/>
                  </a:cubicBezTo>
                  <a:cubicBezTo>
                    <a:pt x="330" y="90"/>
                    <a:pt x="330" y="90"/>
                    <a:pt x="333" y="88"/>
                  </a:cubicBezTo>
                  <a:cubicBezTo>
                    <a:pt x="336" y="86"/>
                    <a:pt x="338" y="84"/>
                    <a:pt x="340" y="82"/>
                  </a:cubicBezTo>
                  <a:cubicBezTo>
                    <a:pt x="341" y="80"/>
                    <a:pt x="343" y="80"/>
                    <a:pt x="345" y="80"/>
                  </a:cubicBezTo>
                  <a:cubicBezTo>
                    <a:pt x="348" y="80"/>
                    <a:pt x="351" y="84"/>
                    <a:pt x="352" y="88"/>
                  </a:cubicBezTo>
                  <a:cubicBezTo>
                    <a:pt x="353" y="92"/>
                    <a:pt x="351" y="94"/>
                    <a:pt x="348" y="96"/>
                  </a:cubicBezTo>
                  <a:cubicBezTo>
                    <a:pt x="345" y="98"/>
                    <a:pt x="342" y="100"/>
                    <a:pt x="339" y="101"/>
                  </a:cubicBezTo>
                  <a:cubicBezTo>
                    <a:pt x="332" y="104"/>
                    <a:pt x="328" y="109"/>
                    <a:pt x="323" y="114"/>
                  </a:cubicBezTo>
                  <a:cubicBezTo>
                    <a:pt x="323" y="114"/>
                    <a:pt x="323" y="115"/>
                    <a:pt x="323" y="116"/>
                  </a:cubicBezTo>
                  <a:cubicBezTo>
                    <a:pt x="324" y="118"/>
                    <a:pt x="326" y="118"/>
                    <a:pt x="328" y="116"/>
                  </a:cubicBezTo>
                  <a:cubicBezTo>
                    <a:pt x="330" y="115"/>
                    <a:pt x="332" y="113"/>
                    <a:pt x="334" y="112"/>
                  </a:cubicBezTo>
                  <a:cubicBezTo>
                    <a:pt x="336" y="110"/>
                    <a:pt x="338" y="109"/>
                    <a:pt x="340" y="109"/>
                  </a:cubicBezTo>
                  <a:cubicBezTo>
                    <a:pt x="343" y="108"/>
                    <a:pt x="345" y="110"/>
                    <a:pt x="346" y="113"/>
                  </a:cubicBezTo>
                  <a:cubicBezTo>
                    <a:pt x="346" y="115"/>
                    <a:pt x="347" y="117"/>
                    <a:pt x="348" y="119"/>
                  </a:cubicBezTo>
                  <a:cubicBezTo>
                    <a:pt x="350" y="122"/>
                    <a:pt x="350" y="124"/>
                    <a:pt x="346" y="126"/>
                  </a:cubicBezTo>
                  <a:cubicBezTo>
                    <a:pt x="344" y="128"/>
                    <a:pt x="342" y="129"/>
                    <a:pt x="339" y="131"/>
                  </a:cubicBezTo>
                  <a:cubicBezTo>
                    <a:pt x="336" y="133"/>
                    <a:pt x="335" y="134"/>
                    <a:pt x="336" y="138"/>
                  </a:cubicBezTo>
                  <a:cubicBezTo>
                    <a:pt x="337" y="142"/>
                    <a:pt x="336" y="144"/>
                    <a:pt x="332" y="146"/>
                  </a:cubicBezTo>
                  <a:cubicBezTo>
                    <a:pt x="328" y="147"/>
                    <a:pt x="325" y="149"/>
                    <a:pt x="321" y="150"/>
                  </a:cubicBezTo>
                  <a:cubicBezTo>
                    <a:pt x="317" y="152"/>
                    <a:pt x="314" y="155"/>
                    <a:pt x="313" y="159"/>
                  </a:cubicBezTo>
                  <a:cubicBezTo>
                    <a:pt x="317" y="159"/>
                    <a:pt x="320" y="158"/>
                    <a:pt x="323" y="156"/>
                  </a:cubicBezTo>
                  <a:cubicBezTo>
                    <a:pt x="325" y="155"/>
                    <a:pt x="328" y="154"/>
                    <a:pt x="330" y="154"/>
                  </a:cubicBezTo>
                  <a:cubicBezTo>
                    <a:pt x="337" y="154"/>
                    <a:pt x="341" y="160"/>
                    <a:pt x="338" y="167"/>
                  </a:cubicBezTo>
                  <a:cubicBezTo>
                    <a:pt x="335" y="172"/>
                    <a:pt x="333" y="176"/>
                    <a:pt x="331" y="180"/>
                  </a:cubicBezTo>
                  <a:cubicBezTo>
                    <a:pt x="330" y="182"/>
                    <a:pt x="329" y="184"/>
                    <a:pt x="328" y="186"/>
                  </a:cubicBezTo>
                  <a:cubicBezTo>
                    <a:pt x="330" y="186"/>
                    <a:pt x="332" y="188"/>
                    <a:pt x="334" y="188"/>
                  </a:cubicBezTo>
                  <a:cubicBezTo>
                    <a:pt x="335" y="189"/>
                    <a:pt x="337" y="190"/>
                    <a:pt x="339" y="190"/>
                  </a:cubicBezTo>
                  <a:cubicBezTo>
                    <a:pt x="344" y="192"/>
                    <a:pt x="345" y="194"/>
                    <a:pt x="345" y="197"/>
                  </a:cubicBezTo>
                  <a:cubicBezTo>
                    <a:pt x="344" y="201"/>
                    <a:pt x="341" y="205"/>
                    <a:pt x="337" y="206"/>
                  </a:cubicBezTo>
                  <a:cubicBezTo>
                    <a:pt x="332" y="207"/>
                    <a:pt x="329" y="206"/>
                    <a:pt x="325" y="202"/>
                  </a:cubicBezTo>
                  <a:cubicBezTo>
                    <a:pt x="324" y="201"/>
                    <a:pt x="322" y="199"/>
                    <a:pt x="320" y="196"/>
                  </a:cubicBezTo>
                  <a:cubicBezTo>
                    <a:pt x="317" y="199"/>
                    <a:pt x="315" y="201"/>
                    <a:pt x="312" y="204"/>
                  </a:cubicBezTo>
                  <a:close/>
                  <a:moveTo>
                    <a:pt x="312" y="74"/>
                  </a:moveTo>
                  <a:cubicBezTo>
                    <a:pt x="315" y="71"/>
                    <a:pt x="318" y="67"/>
                    <a:pt x="321" y="64"/>
                  </a:cubicBezTo>
                  <a:cubicBezTo>
                    <a:pt x="323" y="63"/>
                    <a:pt x="325" y="62"/>
                    <a:pt x="326" y="62"/>
                  </a:cubicBezTo>
                  <a:cubicBezTo>
                    <a:pt x="332" y="61"/>
                    <a:pt x="337" y="60"/>
                    <a:pt x="342" y="59"/>
                  </a:cubicBezTo>
                  <a:cubicBezTo>
                    <a:pt x="348" y="59"/>
                    <a:pt x="350" y="55"/>
                    <a:pt x="349" y="49"/>
                  </a:cubicBezTo>
                  <a:cubicBezTo>
                    <a:pt x="349" y="48"/>
                    <a:pt x="348" y="47"/>
                    <a:pt x="348" y="46"/>
                  </a:cubicBezTo>
                  <a:cubicBezTo>
                    <a:pt x="347" y="41"/>
                    <a:pt x="345" y="38"/>
                    <a:pt x="338" y="40"/>
                  </a:cubicBezTo>
                  <a:cubicBezTo>
                    <a:pt x="333" y="42"/>
                    <a:pt x="328" y="43"/>
                    <a:pt x="324" y="45"/>
                  </a:cubicBezTo>
                  <a:cubicBezTo>
                    <a:pt x="323" y="45"/>
                    <a:pt x="321" y="46"/>
                    <a:pt x="319" y="46"/>
                  </a:cubicBezTo>
                  <a:cubicBezTo>
                    <a:pt x="322" y="40"/>
                    <a:pt x="321" y="37"/>
                    <a:pt x="317" y="34"/>
                  </a:cubicBezTo>
                  <a:cubicBezTo>
                    <a:pt x="315" y="33"/>
                    <a:pt x="314" y="33"/>
                    <a:pt x="312" y="32"/>
                  </a:cubicBezTo>
                  <a:cubicBezTo>
                    <a:pt x="312" y="74"/>
                    <a:pt x="312" y="74"/>
                    <a:pt x="312" y="74"/>
                  </a:cubicBezTo>
                  <a:close/>
                  <a:moveTo>
                    <a:pt x="477" y="111"/>
                  </a:moveTo>
                  <a:cubicBezTo>
                    <a:pt x="476" y="118"/>
                    <a:pt x="475" y="124"/>
                    <a:pt x="475" y="130"/>
                  </a:cubicBezTo>
                  <a:cubicBezTo>
                    <a:pt x="475" y="132"/>
                    <a:pt x="489" y="125"/>
                    <a:pt x="491" y="125"/>
                  </a:cubicBezTo>
                  <a:cubicBezTo>
                    <a:pt x="491" y="125"/>
                    <a:pt x="491" y="125"/>
                    <a:pt x="491" y="125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5" y="123"/>
                    <a:pt x="497" y="122"/>
                    <a:pt x="500" y="121"/>
                  </a:cubicBezTo>
                  <a:cubicBezTo>
                    <a:pt x="506" y="118"/>
                    <a:pt x="506" y="118"/>
                    <a:pt x="506" y="118"/>
                  </a:cubicBezTo>
                  <a:cubicBezTo>
                    <a:pt x="507" y="117"/>
                    <a:pt x="507" y="117"/>
                    <a:pt x="507" y="117"/>
                  </a:cubicBezTo>
                  <a:cubicBezTo>
                    <a:pt x="509" y="116"/>
                    <a:pt x="509" y="116"/>
                    <a:pt x="509" y="116"/>
                  </a:cubicBezTo>
                  <a:cubicBezTo>
                    <a:pt x="509" y="116"/>
                    <a:pt x="510" y="115"/>
                    <a:pt x="510" y="115"/>
                  </a:cubicBezTo>
                  <a:cubicBezTo>
                    <a:pt x="509" y="114"/>
                    <a:pt x="509" y="114"/>
                    <a:pt x="509" y="113"/>
                  </a:cubicBezTo>
                  <a:cubicBezTo>
                    <a:pt x="509" y="113"/>
                    <a:pt x="509" y="113"/>
                    <a:pt x="509" y="112"/>
                  </a:cubicBezTo>
                  <a:cubicBezTo>
                    <a:pt x="510" y="112"/>
                    <a:pt x="508" y="111"/>
                    <a:pt x="510" y="112"/>
                  </a:cubicBezTo>
                  <a:cubicBezTo>
                    <a:pt x="511" y="112"/>
                    <a:pt x="511" y="112"/>
                    <a:pt x="511" y="112"/>
                  </a:cubicBezTo>
                  <a:cubicBezTo>
                    <a:pt x="512" y="112"/>
                    <a:pt x="512" y="112"/>
                    <a:pt x="512" y="112"/>
                  </a:cubicBezTo>
                  <a:cubicBezTo>
                    <a:pt x="513" y="112"/>
                    <a:pt x="514" y="113"/>
                    <a:pt x="515" y="114"/>
                  </a:cubicBezTo>
                  <a:cubicBezTo>
                    <a:pt x="516" y="115"/>
                    <a:pt x="517" y="115"/>
                    <a:pt x="518" y="116"/>
                  </a:cubicBezTo>
                  <a:cubicBezTo>
                    <a:pt x="518" y="117"/>
                    <a:pt x="519" y="120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1"/>
                    <a:pt x="520" y="121"/>
                    <a:pt x="520" y="121"/>
                  </a:cubicBezTo>
                  <a:cubicBezTo>
                    <a:pt x="520" y="122"/>
                    <a:pt x="519" y="124"/>
                    <a:pt x="519" y="124"/>
                  </a:cubicBezTo>
                  <a:cubicBezTo>
                    <a:pt x="519" y="124"/>
                    <a:pt x="519" y="125"/>
                    <a:pt x="518" y="126"/>
                  </a:cubicBezTo>
                  <a:cubicBezTo>
                    <a:pt x="518" y="126"/>
                    <a:pt x="518" y="126"/>
                    <a:pt x="518" y="126"/>
                  </a:cubicBezTo>
                  <a:cubicBezTo>
                    <a:pt x="518" y="127"/>
                    <a:pt x="518" y="126"/>
                    <a:pt x="517" y="127"/>
                  </a:cubicBezTo>
                  <a:cubicBezTo>
                    <a:pt x="517" y="128"/>
                    <a:pt x="514" y="130"/>
                    <a:pt x="512" y="130"/>
                  </a:cubicBezTo>
                  <a:cubicBezTo>
                    <a:pt x="512" y="130"/>
                    <a:pt x="507" y="132"/>
                    <a:pt x="502" y="134"/>
                  </a:cubicBezTo>
                  <a:cubicBezTo>
                    <a:pt x="495" y="137"/>
                    <a:pt x="487" y="139"/>
                    <a:pt x="483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2" y="141"/>
                    <a:pt x="482" y="141"/>
                  </a:cubicBezTo>
                  <a:cubicBezTo>
                    <a:pt x="482" y="141"/>
                    <a:pt x="481" y="141"/>
                    <a:pt x="480" y="142"/>
                  </a:cubicBezTo>
                  <a:cubicBezTo>
                    <a:pt x="479" y="142"/>
                    <a:pt x="477" y="143"/>
                    <a:pt x="477" y="144"/>
                  </a:cubicBezTo>
                  <a:cubicBezTo>
                    <a:pt x="479" y="146"/>
                    <a:pt x="478" y="149"/>
                    <a:pt x="482" y="154"/>
                  </a:cubicBezTo>
                  <a:cubicBezTo>
                    <a:pt x="484" y="156"/>
                    <a:pt x="486" y="161"/>
                    <a:pt x="487" y="163"/>
                  </a:cubicBezTo>
                  <a:cubicBezTo>
                    <a:pt x="488" y="165"/>
                    <a:pt x="491" y="170"/>
                    <a:pt x="492" y="173"/>
                  </a:cubicBezTo>
                  <a:cubicBezTo>
                    <a:pt x="494" y="175"/>
                    <a:pt x="496" y="177"/>
                    <a:pt x="497" y="180"/>
                  </a:cubicBezTo>
                  <a:cubicBezTo>
                    <a:pt x="499" y="181"/>
                    <a:pt x="499" y="183"/>
                    <a:pt x="501" y="184"/>
                  </a:cubicBezTo>
                  <a:cubicBezTo>
                    <a:pt x="503" y="188"/>
                    <a:pt x="506" y="191"/>
                    <a:pt x="509" y="194"/>
                  </a:cubicBezTo>
                  <a:cubicBezTo>
                    <a:pt x="510" y="194"/>
                    <a:pt x="512" y="196"/>
                    <a:pt x="513" y="197"/>
                  </a:cubicBezTo>
                  <a:cubicBezTo>
                    <a:pt x="514" y="198"/>
                    <a:pt x="516" y="199"/>
                    <a:pt x="517" y="199"/>
                  </a:cubicBezTo>
                  <a:cubicBezTo>
                    <a:pt x="520" y="201"/>
                    <a:pt x="523" y="202"/>
                    <a:pt x="525" y="202"/>
                  </a:cubicBezTo>
                  <a:cubicBezTo>
                    <a:pt x="529" y="204"/>
                    <a:pt x="533" y="205"/>
                    <a:pt x="536" y="205"/>
                  </a:cubicBezTo>
                  <a:cubicBezTo>
                    <a:pt x="537" y="205"/>
                    <a:pt x="539" y="205"/>
                    <a:pt x="540" y="205"/>
                  </a:cubicBezTo>
                  <a:cubicBezTo>
                    <a:pt x="542" y="205"/>
                    <a:pt x="541" y="206"/>
                    <a:pt x="537" y="208"/>
                  </a:cubicBezTo>
                  <a:cubicBezTo>
                    <a:pt x="535" y="209"/>
                    <a:pt x="531" y="211"/>
                    <a:pt x="526" y="212"/>
                  </a:cubicBezTo>
                  <a:cubicBezTo>
                    <a:pt x="524" y="213"/>
                    <a:pt x="521" y="213"/>
                    <a:pt x="519" y="214"/>
                  </a:cubicBezTo>
                  <a:cubicBezTo>
                    <a:pt x="516" y="215"/>
                    <a:pt x="512" y="214"/>
                    <a:pt x="509" y="213"/>
                  </a:cubicBezTo>
                  <a:cubicBezTo>
                    <a:pt x="506" y="212"/>
                    <a:pt x="505" y="211"/>
                    <a:pt x="502" y="209"/>
                  </a:cubicBezTo>
                  <a:cubicBezTo>
                    <a:pt x="501" y="208"/>
                    <a:pt x="499" y="206"/>
                    <a:pt x="498" y="205"/>
                  </a:cubicBezTo>
                  <a:cubicBezTo>
                    <a:pt x="494" y="200"/>
                    <a:pt x="491" y="196"/>
                    <a:pt x="489" y="192"/>
                  </a:cubicBezTo>
                  <a:cubicBezTo>
                    <a:pt x="487" y="189"/>
                    <a:pt x="486" y="185"/>
                    <a:pt x="484" y="182"/>
                  </a:cubicBezTo>
                  <a:cubicBezTo>
                    <a:pt x="480" y="174"/>
                    <a:pt x="477" y="168"/>
                    <a:pt x="474" y="164"/>
                  </a:cubicBezTo>
                  <a:cubicBezTo>
                    <a:pt x="473" y="163"/>
                    <a:pt x="473" y="162"/>
                    <a:pt x="472" y="162"/>
                  </a:cubicBezTo>
                  <a:cubicBezTo>
                    <a:pt x="471" y="162"/>
                    <a:pt x="471" y="163"/>
                    <a:pt x="471" y="164"/>
                  </a:cubicBezTo>
                  <a:cubicBezTo>
                    <a:pt x="469" y="168"/>
                    <a:pt x="468" y="173"/>
                    <a:pt x="466" y="178"/>
                  </a:cubicBezTo>
                  <a:cubicBezTo>
                    <a:pt x="464" y="182"/>
                    <a:pt x="461" y="185"/>
                    <a:pt x="459" y="188"/>
                  </a:cubicBezTo>
                  <a:cubicBezTo>
                    <a:pt x="456" y="193"/>
                    <a:pt x="452" y="197"/>
                    <a:pt x="446" y="199"/>
                  </a:cubicBezTo>
                  <a:cubicBezTo>
                    <a:pt x="445" y="199"/>
                    <a:pt x="442" y="200"/>
                    <a:pt x="440" y="200"/>
                  </a:cubicBezTo>
                  <a:cubicBezTo>
                    <a:pt x="436" y="201"/>
                    <a:pt x="431" y="200"/>
                    <a:pt x="426" y="200"/>
                  </a:cubicBezTo>
                  <a:cubicBezTo>
                    <a:pt x="419" y="199"/>
                    <a:pt x="408" y="199"/>
                    <a:pt x="399" y="199"/>
                  </a:cubicBezTo>
                  <a:cubicBezTo>
                    <a:pt x="393" y="198"/>
                    <a:pt x="392" y="196"/>
                    <a:pt x="395" y="194"/>
                  </a:cubicBezTo>
                  <a:cubicBezTo>
                    <a:pt x="399" y="194"/>
                    <a:pt x="413" y="193"/>
                    <a:pt x="416" y="192"/>
                  </a:cubicBezTo>
                  <a:cubicBezTo>
                    <a:pt x="419" y="192"/>
                    <a:pt x="427" y="191"/>
                    <a:pt x="430" y="189"/>
                  </a:cubicBezTo>
                  <a:cubicBezTo>
                    <a:pt x="436" y="186"/>
                    <a:pt x="440" y="183"/>
                    <a:pt x="445" y="178"/>
                  </a:cubicBezTo>
                  <a:cubicBezTo>
                    <a:pt x="447" y="176"/>
                    <a:pt x="449" y="173"/>
                    <a:pt x="450" y="169"/>
                  </a:cubicBezTo>
                  <a:cubicBezTo>
                    <a:pt x="452" y="167"/>
                    <a:pt x="454" y="164"/>
                    <a:pt x="454" y="160"/>
                  </a:cubicBezTo>
                  <a:cubicBezTo>
                    <a:pt x="455" y="160"/>
                    <a:pt x="456" y="156"/>
                    <a:pt x="458" y="151"/>
                  </a:cubicBezTo>
                  <a:cubicBezTo>
                    <a:pt x="456" y="151"/>
                    <a:pt x="454" y="151"/>
                    <a:pt x="453" y="152"/>
                  </a:cubicBezTo>
                  <a:cubicBezTo>
                    <a:pt x="451" y="152"/>
                    <a:pt x="449" y="153"/>
                    <a:pt x="448" y="153"/>
                  </a:cubicBezTo>
                  <a:cubicBezTo>
                    <a:pt x="445" y="155"/>
                    <a:pt x="443" y="156"/>
                    <a:pt x="442" y="156"/>
                  </a:cubicBezTo>
                  <a:cubicBezTo>
                    <a:pt x="441" y="156"/>
                    <a:pt x="441" y="157"/>
                    <a:pt x="439" y="157"/>
                  </a:cubicBezTo>
                  <a:cubicBezTo>
                    <a:pt x="437" y="158"/>
                    <a:pt x="437" y="158"/>
                    <a:pt x="436" y="159"/>
                  </a:cubicBezTo>
                  <a:cubicBezTo>
                    <a:pt x="434" y="160"/>
                    <a:pt x="434" y="160"/>
                    <a:pt x="433" y="160"/>
                  </a:cubicBezTo>
                  <a:cubicBezTo>
                    <a:pt x="433" y="161"/>
                    <a:pt x="431" y="161"/>
                    <a:pt x="431" y="162"/>
                  </a:cubicBezTo>
                  <a:cubicBezTo>
                    <a:pt x="430" y="163"/>
                    <a:pt x="428" y="163"/>
                    <a:pt x="426" y="164"/>
                  </a:cubicBezTo>
                  <a:cubicBezTo>
                    <a:pt x="425" y="165"/>
                    <a:pt x="422" y="164"/>
                    <a:pt x="421" y="162"/>
                  </a:cubicBezTo>
                  <a:cubicBezTo>
                    <a:pt x="421" y="162"/>
                    <a:pt x="419" y="160"/>
                    <a:pt x="419" y="160"/>
                  </a:cubicBezTo>
                  <a:cubicBezTo>
                    <a:pt x="418" y="158"/>
                    <a:pt x="417" y="157"/>
                    <a:pt x="417" y="157"/>
                  </a:cubicBezTo>
                  <a:cubicBezTo>
                    <a:pt x="416" y="152"/>
                    <a:pt x="420" y="150"/>
                    <a:pt x="422" y="149"/>
                  </a:cubicBezTo>
                  <a:cubicBezTo>
                    <a:pt x="427" y="148"/>
                    <a:pt x="427" y="148"/>
                    <a:pt x="427" y="148"/>
                  </a:cubicBezTo>
                  <a:cubicBezTo>
                    <a:pt x="429" y="148"/>
                    <a:pt x="433" y="146"/>
                    <a:pt x="437" y="144"/>
                  </a:cubicBezTo>
                  <a:cubicBezTo>
                    <a:pt x="443" y="141"/>
                    <a:pt x="450" y="140"/>
                    <a:pt x="457" y="137"/>
                  </a:cubicBezTo>
                  <a:cubicBezTo>
                    <a:pt x="458" y="137"/>
                    <a:pt x="459" y="136"/>
                    <a:pt x="460" y="135"/>
                  </a:cubicBezTo>
                  <a:cubicBezTo>
                    <a:pt x="461" y="132"/>
                    <a:pt x="461" y="129"/>
                    <a:pt x="462" y="125"/>
                  </a:cubicBezTo>
                  <a:cubicBezTo>
                    <a:pt x="463" y="115"/>
                    <a:pt x="467" y="94"/>
                    <a:pt x="467" y="80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6" y="63"/>
                    <a:pt x="466" y="63"/>
                    <a:pt x="466" y="63"/>
                  </a:cubicBezTo>
                  <a:cubicBezTo>
                    <a:pt x="466" y="61"/>
                    <a:pt x="463" y="59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7"/>
                    <a:pt x="463" y="57"/>
                  </a:cubicBezTo>
                  <a:cubicBezTo>
                    <a:pt x="463" y="57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6"/>
                    <a:pt x="463" y="56"/>
                    <a:pt x="463" y="56"/>
                  </a:cubicBezTo>
                  <a:cubicBezTo>
                    <a:pt x="463" y="55"/>
                    <a:pt x="464" y="54"/>
                    <a:pt x="465" y="53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66" y="52"/>
                    <a:pt x="466" y="52"/>
                    <a:pt x="466" y="52"/>
                  </a:cubicBezTo>
                  <a:cubicBezTo>
                    <a:pt x="470" y="52"/>
                    <a:pt x="474" y="53"/>
                    <a:pt x="478" y="54"/>
                  </a:cubicBezTo>
                  <a:cubicBezTo>
                    <a:pt x="478" y="55"/>
                    <a:pt x="478" y="55"/>
                    <a:pt x="478" y="55"/>
                  </a:cubicBezTo>
                  <a:cubicBezTo>
                    <a:pt x="479" y="55"/>
                    <a:pt x="479" y="55"/>
                    <a:pt x="479" y="55"/>
                  </a:cubicBezTo>
                  <a:cubicBezTo>
                    <a:pt x="479" y="55"/>
                    <a:pt x="480" y="56"/>
                    <a:pt x="480" y="56"/>
                  </a:cubicBezTo>
                  <a:cubicBezTo>
                    <a:pt x="480" y="56"/>
                    <a:pt x="481" y="57"/>
                    <a:pt x="482" y="57"/>
                  </a:cubicBezTo>
                  <a:cubicBezTo>
                    <a:pt x="482" y="58"/>
                    <a:pt x="483" y="59"/>
                    <a:pt x="483" y="59"/>
                  </a:cubicBezTo>
                  <a:cubicBezTo>
                    <a:pt x="483" y="59"/>
                    <a:pt x="483" y="59"/>
                    <a:pt x="483" y="59"/>
                  </a:cubicBezTo>
                  <a:cubicBezTo>
                    <a:pt x="484" y="61"/>
                    <a:pt x="484" y="61"/>
                    <a:pt x="485" y="62"/>
                  </a:cubicBezTo>
                  <a:cubicBezTo>
                    <a:pt x="486" y="63"/>
                    <a:pt x="484" y="68"/>
                    <a:pt x="484" y="69"/>
                  </a:cubicBezTo>
                  <a:cubicBezTo>
                    <a:pt x="483" y="69"/>
                    <a:pt x="483" y="69"/>
                    <a:pt x="483" y="69"/>
                  </a:cubicBezTo>
                  <a:cubicBezTo>
                    <a:pt x="484" y="72"/>
                    <a:pt x="483" y="74"/>
                    <a:pt x="482" y="76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2" y="79"/>
                    <a:pt x="482" y="79"/>
                    <a:pt x="482" y="79"/>
                  </a:cubicBezTo>
                  <a:cubicBezTo>
                    <a:pt x="480" y="87"/>
                    <a:pt x="478" y="101"/>
                    <a:pt x="477" y="111"/>
                  </a:cubicBezTo>
                  <a:close/>
                  <a:moveTo>
                    <a:pt x="312" y="32"/>
                  </a:moveTo>
                  <a:cubicBezTo>
                    <a:pt x="312" y="74"/>
                    <a:pt x="312" y="74"/>
                    <a:pt x="312" y="74"/>
                  </a:cubicBezTo>
                  <a:cubicBezTo>
                    <a:pt x="306" y="80"/>
                    <a:pt x="301" y="86"/>
                    <a:pt x="296" y="92"/>
                  </a:cubicBezTo>
                  <a:cubicBezTo>
                    <a:pt x="295" y="93"/>
                    <a:pt x="295" y="93"/>
                    <a:pt x="294" y="94"/>
                  </a:cubicBezTo>
                  <a:cubicBezTo>
                    <a:pt x="295" y="95"/>
                    <a:pt x="295" y="96"/>
                    <a:pt x="296" y="97"/>
                  </a:cubicBezTo>
                  <a:cubicBezTo>
                    <a:pt x="298" y="100"/>
                    <a:pt x="300" y="100"/>
                    <a:pt x="302" y="97"/>
                  </a:cubicBezTo>
                  <a:cubicBezTo>
                    <a:pt x="303" y="96"/>
                    <a:pt x="305" y="94"/>
                    <a:pt x="306" y="92"/>
                  </a:cubicBezTo>
                  <a:cubicBezTo>
                    <a:pt x="308" y="91"/>
                    <a:pt x="310" y="88"/>
                    <a:pt x="312" y="87"/>
                  </a:cubicBezTo>
                  <a:cubicBezTo>
                    <a:pt x="312" y="100"/>
                    <a:pt x="312" y="100"/>
                    <a:pt x="312" y="100"/>
                  </a:cubicBezTo>
                  <a:cubicBezTo>
                    <a:pt x="310" y="102"/>
                    <a:pt x="308" y="105"/>
                    <a:pt x="306" y="108"/>
                  </a:cubicBezTo>
                  <a:cubicBezTo>
                    <a:pt x="308" y="109"/>
                    <a:pt x="309" y="110"/>
                    <a:pt x="311" y="112"/>
                  </a:cubicBezTo>
                  <a:cubicBezTo>
                    <a:pt x="312" y="110"/>
                    <a:pt x="312" y="110"/>
                    <a:pt x="312" y="110"/>
                  </a:cubicBezTo>
                  <a:cubicBezTo>
                    <a:pt x="312" y="128"/>
                    <a:pt x="312" y="128"/>
                    <a:pt x="312" y="128"/>
                  </a:cubicBezTo>
                  <a:cubicBezTo>
                    <a:pt x="312" y="128"/>
                    <a:pt x="311" y="129"/>
                    <a:pt x="311" y="129"/>
                  </a:cubicBezTo>
                  <a:cubicBezTo>
                    <a:pt x="304" y="134"/>
                    <a:pt x="300" y="134"/>
                    <a:pt x="293" y="129"/>
                  </a:cubicBezTo>
                  <a:cubicBezTo>
                    <a:pt x="295" y="126"/>
                    <a:pt x="296" y="124"/>
                    <a:pt x="298" y="121"/>
                  </a:cubicBezTo>
                  <a:cubicBezTo>
                    <a:pt x="294" y="118"/>
                    <a:pt x="294" y="118"/>
                    <a:pt x="291" y="120"/>
                  </a:cubicBezTo>
                  <a:cubicBezTo>
                    <a:pt x="289" y="122"/>
                    <a:pt x="287" y="123"/>
                    <a:pt x="284" y="121"/>
                  </a:cubicBezTo>
                  <a:cubicBezTo>
                    <a:pt x="285" y="119"/>
                    <a:pt x="285" y="117"/>
                    <a:pt x="286" y="115"/>
                  </a:cubicBezTo>
                  <a:cubicBezTo>
                    <a:pt x="286" y="114"/>
                    <a:pt x="286" y="112"/>
                    <a:pt x="287" y="110"/>
                  </a:cubicBezTo>
                  <a:cubicBezTo>
                    <a:pt x="284" y="109"/>
                    <a:pt x="283" y="110"/>
                    <a:pt x="282" y="112"/>
                  </a:cubicBezTo>
                  <a:cubicBezTo>
                    <a:pt x="281" y="112"/>
                    <a:pt x="280" y="113"/>
                    <a:pt x="279" y="114"/>
                  </a:cubicBezTo>
                  <a:cubicBezTo>
                    <a:pt x="278" y="117"/>
                    <a:pt x="276" y="120"/>
                    <a:pt x="275" y="123"/>
                  </a:cubicBezTo>
                  <a:cubicBezTo>
                    <a:pt x="275" y="104"/>
                    <a:pt x="275" y="104"/>
                    <a:pt x="275" y="104"/>
                  </a:cubicBezTo>
                  <a:cubicBezTo>
                    <a:pt x="279" y="99"/>
                    <a:pt x="279" y="99"/>
                    <a:pt x="279" y="99"/>
                  </a:cubicBezTo>
                  <a:cubicBezTo>
                    <a:pt x="280" y="97"/>
                    <a:pt x="281" y="95"/>
                    <a:pt x="281" y="93"/>
                  </a:cubicBezTo>
                  <a:cubicBezTo>
                    <a:pt x="282" y="89"/>
                    <a:pt x="285" y="87"/>
                    <a:pt x="288" y="86"/>
                  </a:cubicBezTo>
                  <a:cubicBezTo>
                    <a:pt x="290" y="84"/>
                    <a:pt x="291" y="83"/>
                    <a:pt x="293" y="81"/>
                  </a:cubicBezTo>
                  <a:cubicBezTo>
                    <a:pt x="297" y="76"/>
                    <a:pt x="302" y="71"/>
                    <a:pt x="306" y="66"/>
                  </a:cubicBezTo>
                  <a:cubicBezTo>
                    <a:pt x="307" y="65"/>
                    <a:pt x="307" y="64"/>
                    <a:pt x="308" y="61"/>
                  </a:cubicBezTo>
                  <a:cubicBezTo>
                    <a:pt x="305" y="62"/>
                    <a:pt x="302" y="63"/>
                    <a:pt x="300" y="64"/>
                  </a:cubicBezTo>
                  <a:cubicBezTo>
                    <a:pt x="292" y="66"/>
                    <a:pt x="285" y="68"/>
                    <a:pt x="278" y="70"/>
                  </a:cubicBezTo>
                  <a:cubicBezTo>
                    <a:pt x="277" y="71"/>
                    <a:pt x="276" y="71"/>
                    <a:pt x="275" y="7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84" y="56"/>
                    <a:pt x="293" y="54"/>
                    <a:pt x="303" y="50"/>
                  </a:cubicBezTo>
                  <a:cubicBezTo>
                    <a:pt x="297" y="45"/>
                    <a:pt x="292" y="41"/>
                    <a:pt x="287" y="37"/>
                  </a:cubicBezTo>
                  <a:cubicBezTo>
                    <a:pt x="284" y="35"/>
                    <a:pt x="283" y="32"/>
                    <a:pt x="283" y="29"/>
                  </a:cubicBezTo>
                  <a:cubicBezTo>
                    <a:pt x="283" y="26"/>
                    <a:pt x="285" y="25"/>
                    <a:pt x="287" y="26"/>
                  </a:cubicBezTo>
                  <a:cubicBezTo>
                    <a:pt x="293" y="28"/>
                    <a:pt x="300" y="29"/>
                    <a:pt x="306" y="30"/>
                  </a:cubicBezTo>
                  <a:cubicBezTo>
                    <a:pt x="308" y="30"/>
                    <a:pt x="310" y="31"/>
                    <a:pt x="312" y="32"/>
                  </a:cubicBezTo>
                  <a:close/>
                  <a:moveTo>
                    <a:pt x="312" y="137"/>
                  </a:moveTo>
                  <a:cubicBezTo>
                    <a:pt x="312" y="168"/>
                    <a:pt x="312" y="168"/>
                    <a:pt x="312" y="168"/>
                  </a:cubicBezTo>
                  <a:cubicBezTo>
                    <a:pt x="307" y="166"/>
                    <a:pt x="305" y="169"/>
                    <a:pt x="303" y="172"/>
                  </a:cubicBezTo>
                  <a:cubicBezTo>
                    <a:pt x="294" y="181"/>
                    <a:pt x="287" y="191"/>
                    <a:pt x="281" y="201"/>
                  </a:cubicBezTo>
                  <a:cubicBezTo>
                    <a:pt x="279" y="203"/>
                    <a:pt x="277" y="206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82" y="176"/>
                    <a:pt x="287" y="170"/>
                    <a:pt x="292" y="163"/>
                  </a:cubicBezTo>
                  <a:cubicBezTo>
                    <a:pt x="293" y="160"/>
                    <a:pt x="296" y="158"/>
                    <a:pt x="298" y="156"/>
                  </a:cubicBezTo>
                  <a:cubicBezTo>
                    <a:pt x="297" y="154"/>
                    <a:pt x="296" y="153"/>
                    <a:pt x="295" y="151"/>
                  </a:cubicBezTo>
                  <a:cubicBezTo>
                    <a:pt x="294" y="150"/>
                    <a:pt x="293" y="149"/>
                    <a:pt x="293" y="148"/>
                  </a:cubicBezTo>
                  <a:cubicBezTo>
                    <a:pt x="291" y="144"/>
                    <a:pt x="293" y="140"/>
                    <a:pt x="297" y="140"/>
                  </a:cubicBezTo>
                  <a:cubicBezTo>
                    <a:pt x="300" y="140"/>
                    <a:pt x="302" y="140"/>
                    <a:pt x="305" y="140"/>
                  </a:cubicBezTo>
                  <a:cubicBezTo>
                    <a:pt x="308" y="140"/>
                    <a:pt x="310" y="139"/>
                    <a:pt x="312" y="137"/>
                  </a:cubicBezTo>
                  <a:close/>
                  <a:moveTo>
                    <a:pt x="312" y="178"/>
                  </a:moveTo>
                  <a:cubicBezTo>
                    <a:pt x="309" y="178"/>
                    <a:pt x="308" y="179"/>
                    <a:pt x="309" y="182"/>
                  </a:cubicBezTo>
                  <a:cubicBezTo>
                    <a:pt x="310" y="184"/>
                    <a:pt x="310" y="186"/>
                    <a:pt x="311" y="188"/>
                  </a:cubicBezTo>
                  <a:cubicBezTo>
                    <a:pt x="309" y="190"/>
                    <a:pt x="308" y="191"/>
                    <a:pt x="306" y="192"/>
                  </a:cubicBezTo>
                  <a:cubicBezTo>
                    <a:pt x="301" y="195"/>
                    <a:pt x="297" y="197"/>
                    <a:pt x="292" y="199"/>
                  </a:cubicBezTo>
                  <a:cubicBezTo>
                    <a:pt x="285" y="203"/>
                    <a:pt x="285" y="204"/>
                    <a:pt x="290" y="209"/>
                  </a:cubicBezTo>
                  <a:cubicBezTo>
                    <a:pt x="290" y="209"/>
                    <a:pt x="291" y="210"/>
                    <a:pt x="291" y="210"/>
                  </a:cubicBezTo>
                  <a:cubicBezTo>
                    <a:pt x="295" y="213"/>
                    <a:pt x="302" y="213"/>
                    <a:pt x="306" y="209"/>
                  </a:cubicBezTo>
                  <a:cubicBezTo>
                    <a:pt x="308" y="207"/>
                    <a:pt x="310" y="206"/>
                    <a:pt x="312" y="204"/>
                  </a:cubicBezTo>
                  <a:cubicBezTo>
                    <a:pt x="312" y="178"/>
                    <a:pt x="312" y="178"/>
                    <a:pt x="312" y="178"/>
                  </a:cubicBezTo>
                  <a:close/>
                  <a:moveTo>
                    <a:pt x="275" y="166"/>
                  </a:moveTo>
                  <a:cubicBezTo>
                    <a:pt x="277" y="166"/>
                    <a:pt x="279" y="165"/>
                    <a:pt x="281" y="163"/>
                  </a:cubicBezTo>
                  <a:cubicBezTo>
                    <a:pt x="283" y="161"/>
                    <a:pt x="285" y="158"/>
                    <a:pt x="286" y="155"/>
                  </a:cubicBezTo>
                  <a:cubicBezTo>
                    <a:pt x="287" y="152"/>
                    <a:pt x="285" y="149"/>
                    <a:pt x="284" y="146"/>
                  </a:cubicBezTo>
                  <a:cubicBezTo>
                    <a:pt x="284" y="145"/>
                    <a:pt x="285" y="143"/>
                    <a:pt x="286" y="140"/>
                  </a:cubicBezTo>
                  <a:cubicBezTo>
                    <a:pt x="282" y="142"/>
                    <a:pt x="278" y="144"/>
                    <a:pt x="275" y="146"/>
                  </a:cubicBezTo>
                  <a:lnTo>
                    <a:pt x="275" y="166"/>
                  </a:lnTo>
                  <a:close/>
                  <a:moveTo>
                    <a:pt x="135" y="0"/>
                  </a:moveTo>
                  <a:cubicBezTo>
                    <a:pt x="135" y="1"/>
                    <a:pt x="135" y="0"/>
                    <a:pt x="137" y="2"/>
                  </a:cubicBezTo>
                  <a:cubicBezTo>
                    <a:pt x="138" y="4"/>
                    <a:pt x="138" y="4"/>
                    <a:pt x="139" y="5"/>
                  </a:cubicBezTo>
                  <a:cubicBezTo>
                    <a:pt x="141" y="6"/>
                    <a:pt x="142" y="10"/>
                    <a:pt x="143" y="14"/>
                  </a:cubicBezTo>
                  <a:cubicBezTo>
                    <a:pt x="145" y="18"/>
                    <a:pt x="145" y="25"/>
                    <a:pt x="143" y="30"/>
                  </a:cubicBezTo>
                  <a:cubicBezTo>
                    <a:pt x="142" y="35"/>
                    <a:pt x="138" y="40"/>
                    <a:pt x="135" y="43"/>
                  </a:cubicBezTo>
                  <a:cubicBezTo>
                    <a:pt x="134" y="44"/>
                    <a:pt x="130" y="46"/>
                    <a:pt x="126" y="49"/>
                  </a:cubicBezTo>
                  <a:cubicBezTo>
                    <a:pt x="124" y="51"/>
                    <a:pt x="123" y="52"/>
                    <a:pt x="121" y="5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2"/>
                    <a:pt x="125" y="19"/>
                    <a:pt x="127" y="15"/>
                  </a:cubicBezTo>
                  <a:cubicBezTo>
                    <a:pt x="128" y="10"/>
                    <a:pt x="132" y="1"/>
                    <a:pt x="135" y="0"/>
                  </a:cubicBezTo>
                  <a:close/>
                  <a:moveTo>
                    <a:pt x="275" y="58"/>
                  </a:moveTo>
                  <a:cubicBezTo>
                    <a:pt x="275" y="72"/>
                    <a:pt x="275" y="72"/>
                    <a:pt x="275" y="72"/>
                  </a:cubicBezTo>
                  <a:cubicBezTo>
                    <a:pt x="274" y="72"/>
                    <a:pt x="273" y="72"/>
                    <a:pt x="272" y="72"/>
                  </a:cubicBezTo>
                  <a:cubicBezTo>
                    <a:pt x="265" y="76"/>
                    <a:pt x="257" y="76"/>
                    <a:pt x="249" y="72"/>
                  </a:cubicBezTo>
                  <a:cubicBezTo>
                    <a:pt x="245" y="69"/>
                    <a:pt x="244" y="67"/>
                    <a:pt x="245" y="62"/>
                  </a:cubicBezTo>
                  <a:cubicBezTo>
                    <a:pt x="254" y="61"/>
                    <a:pt x="264" y="60"/>
                    <a:pt x="274" y="58"/>
                  </a:cubicBezTo>
                  <a:cubicBezTo>
                    <a:pt x="275" y="58"/>
                    <a:pt x="275" y="58"/>
                    <a:pt x="275" y="58"/>
                  </a:cubicBezTo>
                  <a:close/>
                  <a:moveTo>
                    <a:pt x="275" y="104"/>
                  </a:moveTo>
                  <a:cubicBezTo>
                    <a:pt x="275" y="123"/>
                    <a:pt x="275" y="123"/>
                    <a:pt x="275" y="123"/>
                  </a:cubicBezTo>
                  <a:cubicBezTo>
                    <a:pt x="268" y="134"/>
                    <a:pt x="260" y="144"/>
                    <a:pt x="252" y="155"/>
                  </a:cubicBezTo>
                  <a:cubicBezTo>
                    <a:pt x="245" y="165"/>
                    <a:pt x="239" y="174"/>
                    <a:pt x="232" y="184"/>
                  </a:cubicBezTo>
                  <a:cubicBezTo>
                    <a:pt x="227" y="191"/>
                    <a:pt x="222" y="199"/>
                    <a:pt x="217" y="207"/>
                  </a:cubicBezTo>
                  <a:cubicBezTo>
                    <a:pt x="213" y="213"/>
                    <a:pt x="208" y="220"/>
                    <a:pt x="203" y="226"/>
                  </a:cubicBezTo>
                  <a:cubicBezTo>
                    <a:pt x="203" y="226"/>
                    <a:pt x="202" y="227"/>
                    <a:pt x="201" y="228"/>
                  </a:cubicBezTo>
                  <a:cubicBezTo>
                    <a:pt x="196" y="232"/>
                    <a:pt x="194" y="232"/>
                    <a:pt x="192" y="225"/>
                  </a:cubicBezTo>
                  <a:cubicBezTo>
                    <a:pt x="192" y="224"/>
                    <a:pt x="191" y="223"/>
                    <a:pt x="191" y="222"/>
                  </a:cubicBezTo>
                  <a:cubicBezTo>
                    <a:pt x="188" y="218"/>
                    <a:pt x="189" y="213"/>
                    <a:pt x="191" y="209"/>
                  </a:cubicBezTo>
                  <a:cubicBezTo>
                    <a:pt x="194" y="204"/>
                    <a:pt x="196" y="200"/>
                    <a:pt x="198" y="196"/>
                  </a:cubicBezTo>
                  <a:cubicBezTo>
                    <a:pt x="199" y="193"/>
                    <a:pt x="201" y="195"/>
                    <a:pt x="202" y="194"/>
                  </a:cubicBezTo>
                  <a:cubicBezTo>
                    <a:pt x="206" y="191"/>
                    <a:pt x="209" y="188"/>
                    <a:pt x="212" y="185"/>
                  </a:cubicBezTo>
                  <a:cubicBezTo>
                    <a:pt x="233" y="158"/>
                    <a:pt x="254" y="131"/>
                    <a:pt x="275" y="104"/>
                  </a:cubicBezTo>
                  <a:close/>
                  <a:moveTo>
                    <a:pt x="275" y="146"/>
                  </a:moveTo>
                  <a:cubicBezTo>
                    <a:pt x="269" y="149"/>
                    <a:pt x="266" y="154"/>
                    <a:pt x="264" y="160"/>
                  </a:cubicBezTo>
                  <a:cubicBezTo>
                    <a:pt x="268" y="165"/>
                    <a:pt x="272" y="166"/>
                    <a:pt x="275" y="166"/>
                  </a:cubicBezTo>
                  <a:cubicBezTo>
                    <a:pt x="275" y="146"/>
                    <a:pt x="275" y="146"/>
                    <a:pt x="275" y="146"/>
                  </a:cubicBezTo>
                  <a:close/>
                  <a:moveTo>
                    <a:pt x="275" y="182"/>
                  </a:moveTo>
                  <a:cubicBezTo>
                    <a:pt x="273" y="183"/>
                    <a:pt x="271" y="185"/>
                    <a:pt x="269" y="186"/>
                  </a:cubicBezTo>
                  <a:cubicBezTo>
                    <a:pt x="264" y="189"/>
                    <a:pt x="260" y="194"/>
                    <a:pt x="257" y="200"/>
                  </a:cubicBezTo>
                  <a:cubicBezTo>
                    <a:pt x="256" y="203"/>
                    <a:pt x="256" y="205"/>
                    <a:pt x="257" y="207"/>
                  </a:cubicBezTo>
                  <a:cubicBezTo>
                    <a:pt x="258" y="210"/>
                    <a:pt x="260" y="213"/>
                    <a:pt x="262" y="215"/>
                  </a:cubicBezTo>
                  <a:cubicBezTo>
                    <a:pt x="263" y="217"/>
                    <a:pt x="265" y="217"/>
                    <a:pt x="267" y="216"/>
                  </a:cubicBezTo>
                  <a:cubicBezTo>
                    <a:pt x="268" y="215"/>
                    <a:pt x="270" y="214"/>
                    <a:pt x="271" y="213"/>
                  </a:cubicBezTo>
                  <a:cubicBezTo>
                    <a:pt x="272" y="211"/>
                    <a:pt x="274" y="210"/>
                    <a:pt x="275" y="209"/>
                  </a:cubicBezTo>
                  <a:cubicBezTo>
                    <a:pt x="275" y="182"/>
                    <a:pt x="275" y="182"/>
                    <a:pt x="275" y="182"/>
                  </a:cubicBezTo>
                  <a:close/>
                  <a:moveTo>
                    <a:pt x="121" y="226"/>
                  </a:moveTo>
                  <a:cubicBezTo>
                    <a:pt x="121" y="209"/>
                    <a:pt x="121" y="209"/>
                    <a:pt x="121" y="209"/>
                  </a:cubicBezTo>
                  <a:cubicBezTo>
                    <a:pt x="124" y="207"/>
                    <a:pt x="126" y="207"/>
                    <a:pt x="127" y="207"/>
                  </a:cubicBezTo>
                  <a:cubicBezTo>
                    <a:pt x="129" y="207"/>
                    <a:pt x="133" y="211"/>
                    <a:pt x="134" y="215"/>
                  </a:cubicBezTo>
                  <a:cubicBezTo>
                    <a:pt x="135" y="219"/>
                    <a:pt x="133" y="222"/>
                    <a:pt x="131" y="223"/>
                  </a:cubicBezTo>
                  <a:cubicBezTo>
                    <a:pt x="128" y="224"/>
                    <a:pt x="124" y="225"/>
                    <a:pt x="121" y="226"/>
                  </a:cubicBezTo>
                  <a:close/>
                  <a:moveTo>
                    <a:pt x="121" y="159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4" y="142"/>
                    <a:pt x="124" y="140"/>
                    <a:pt x="126" y="137"/>
                  </a:cubicBezTo>
                  <a:cubicBezTo>
                    <a:pt x="128" y="136"/>
                    <a:pt x="128" y="134"/>
                    <a:pt x="129" y="133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4" y="122"/>
                    <a:pt x="127" y="118"/>
                    <a:pt x="130" y="118"/>
                  </a:cubicBezTo>
                  <a:cubicBezTo>
                    <a:pt x="130" y="117"/>
                    <a:pt x="137" y="117"/>
                    <a:pt x="137" y="117"/>
                  </a:cubicBezTo>
                  <a:cubicBezTo>
                    <a:pt x="142" y="118"/>
                    <a:pt x="148" y="121"/>
                    <a:pt x="148" y="127"/>
                  </a:cubicBezTo>
                  <a:cubicBezTo>
                    <a:pt x="148" y="126"/>
                    <a:pt x="147" y="131"/>
                    <a:pt x="146" y="131"/>
                  </a:cubicBezTo>
                  <a:cubicBezTo>
                    <a:pt x="146" y="132"/>
                    <a:pt x="145" y="132"/>
                    <a:pt x="145" y="133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39" y="141"/>
                    <a:pt x="138" y="143"/>
                    <a:pt x="138" y="143"/>
                  </a:cubicBezTo>
                  <a:cubicBezTo>
                    <a:pt x="137" y="143"/>
                    <a:pt x="134" y="148"/>
                    <a:pt x="133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29" y="154"/>
                    <a:pt x="128" y="155"/>
                  </a:cubicBezTo>
                  <a:cubicBezTo>
                    <a:pt x="127" y="156"/>
                    <a:pt x="126" y="157"/>
                    <a:pt x="124" y="158"/>
                  </a:cubicBezTo>
                  <a:cubicBezTo>
                    <a:pt x="123" y="158"/>
                    <a:pt x="122" y="159"/>
                    <a:pt x="121" y="159"/>
                  </a:cubicBezTo>
                  <a:close/>
                  <a:moveTo>
                    <a:pt x="121" y="109"/>
                  </a:moveTo>
                  <a:cubicBezTo>
                    <a:pt x="121" y="71"/>
                    <a:pt x="121" y="71"/>
                    <a:pt x="121" y="71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0"/>
                    <a:pt x="123" y="71"/>
                    <a:pt x="124" y="71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4" y="73"/>
                    <a:pt x="125" y="73"/>
                    <a:pt x="125" y="74"/>
                  </a:cubicBezTo>
                  <a:cubicBezTo>
                    <a:pt x="125" y="74"/>
                    <a:pt x="125" y="76"/>
                    <a:pt x="125" y="76"/>
                  </a:cubicBezTo>
                  <a:cubicBezTo>
                    <a:pt x="126" y="76"/>
                    <a:pt x="126" y="76"/>
                    <a:pt x="126" y="76"/>
                  </a:cubicBezTo>
                  <a:cubicBezTo>
                    <a:pt x="125" y="76"/>
                    <a:pt x="125" y="83"/>
                    <a:pt x="125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8" y="84"/>
                    <a:pt x="139" y="82"/>
                    <a:pt x="139" y="82"/>
                  </a:cubicBezTo>
                  <a:cubicBezTo>
                    <a:pt x="143" y="82"/>
                    <a:pt x="142" y="82"/>
                    <a:pt x="145" y="8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48" y="90"/>
                    <a:pt x="142" y="92"/>
                    <a:pt x="142" y="93"/>
                  </a:cubicBezTo>
                  <a:cubicBezTo>
                    <a:pt x="141" y="93"/>
                    <a:pt x="139" y="95"/>
                    <a:pt x="139" y="95"/>
                  </a:cubicBezTo>
                  <a:cubicBezTo>
                    <a:pt x="139" y="96"/>
                    <a:pt x="134" y="100"/>
                    <a:pt x="134" y="100"/>
                  </a:cubicBezTo>
                  <a:cubicBezTo>
                    <a:pt x="134" y="101"/>
                    <a:pt x="134" y="101"/>
                    <a:pt x="134" y="101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4"/>
                    <a:pt x="126" y="104"/>
                    <a:pt x="126" y="104"/>
                  </a:cubicBezTo>
                  <a:cubicBezTo>
                    <a:pt x="126" y="105"/>
                    <a:pt x="122" y="109"/>
                    <a:pt x="121" y="109"/>
                  </a:cubicBezTo>
                  <a:close/>
                  <a:moveTo>
                    <a:pt x="121" y="54"/>
                  </a:moveTo>
                  <a:cubicBezTo>
                    <a:pt x="118" y="57"/>
                    <a:pt x="114" y="61"/>
                    <a:pt x="110" y="64"/>
                  </a:cubicBezTo>
                  <a:cubicBezTo>
                    <a:pt x="109" y="65"/>
                    <a:pt x="108" y="66"/>
                    <a:pt x="107" y="6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1" y="40"/>
                    <a:pt x="116" y="34"/>
                    <a:pt x="120" y="27"/>
                  </a:cubicBezTo>
                  <a:cubicBezTo>
                    <a:pt x="120" y="27"/>
                    <a:pt x="121" y="26"/>
                    <a:pt x="121" y="25"/>
                  </a:cubicBezTo>
                  <a:cubicBezTo>
                    <a:pt x="121" y="54"/>
                    <a:pt x="121" y="54"/>
                    <a:pt x="121" y="54"/>
                  </a:cubicBezTo>
                  <a:close/>
                  <a:moveTo>
                    <a:pt x="121" y="71"/>
                  </a:moveTo>
                  <a:cubicBezTo>
                    <a:pt x="121" y="109"/>
                    <a:pt x="121" y="109"/>
                    <a:pt x="121" y="109"/>
                  </a:cubicBezTo>
                  <a:cubicBezTo>
                    <a:pt x="121" y="109"/>
                    <a:pt x="121" y="110"/>
                    <a:pt x="121" y="110"/>
                  </a:cubicBezTo>
                  <a:cubicBezTo>
                    <a:pt x="121" y="110"/>
                    <a:pt x="117" y="118"/>
                    <a:pt x="117" y="122"/>
                  </a:cubicBezTo>
                  <a:cubicBezTo>
                    <a:pt x="117" y="122"/>
                    <a:pt x="117" y="125"/>
                    <a:pt x="117" y="125"/>
                  </a:cubicBezTo>
                  <a:cubicBezTo>
                    <a:pt x="121" y="123"/>
                    <a:pt x="121" y="123"/>
                    <a:pt x="121" y="123"/>
                  </a:cubicBezTo>
                  <a:cubicBezTo>
                    <a:pt x="121" y="133"/>
                    <a:pt x="121" y="133"/>
                    <a:pt x="121" y="133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4" y="138"/>
                    <a:pt x="113" y="139"/>
                    <a:pt x="113" y="139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7" y="148"/>
                    <a:pt x="117" y="148"/>
                    <a:pt x="117" y="148"/>
                  </a:cubicBezTo>
                  <a:cubicBezTo>
                    <a:pt x="117" y="147"/>
                    <a:pt x="120" y="146"/>
                    <a:pt x="121" y="144"/>
                  </a:cubicBezTo>
                  <a:cubicBezTo>
                    <a:pt x="121" y="159"/>
                    <a:pt x="121" y="159"/>
                    <a:pt x="121" y="159"/>
                  </a:cubicBezTo>
                  <a:cubicBezTo>
                    <a:pt x="120" y="159"/>
                    <a:pt x="119" y="159"/>
                    <a:pt x="118" y="160"/>
                  </a:cubicBezTo>
                  <a:cubicBezTo>
                    <a:pt x="115" y="161"/>
                    <a:pt x="114" y="161"/>
                    <a:pt x="110" y="161"/>
                  </a:cubicBezTo>
                  <a:cubicBezTo>
                    <a:pt x="111" y="168"/>
                    <a:pt x="111" y="168"/>
                    <a:pt x="111" y="168"/>
                  </a:cubicBezTo>
                  <a:cubicBezTo>
                    <a:pt x="111" y="169"/>
                    <a:pt x="111" y="169"/>
                    <a:pt x="111" y="169"/>
                  </a:cubicBezTo>
                  <a:cubicBezTo>
                    <a:pt x="111" y="172"/>
                    <a:pt x="111" y="176"/>
                    <a:pt x="110" y="179"/>
                  </a:cubicBezTo>
                  <a:cubicBezTo>
                    <a:pt x="110" y="180"/>
                    <a:pt x="110" y="182"/>
                    <a:pt x="110" y="182"/>
                  </a:cubicBezTo>
                  <a:cubicBezTo>
                    <a:pt x="110" y="184"/>
                    <a:pt x="111" y="184"/>
                    <a:pt x="114" y="184"/>
                  </a:cubicBezTo>
                  <a:cubicBezTo>
                    <a:pt x="115" y="185"/>
                    <a:pt x="116" y="186"/>
                    <a:pt x="117" y="186"/>
                  </a:cubicBezTo>
                  <a:cubicBezTo>
                    <a:pt x="118" y="187"/>
                    <a:pt x="118" y="188"/>
                    <a:pt x="118" y="189"/>
                  </a:cubicBezTo>
                  <a:cubicBezTo>
                    <a:pt x="119" y="189"/>
                    <a:pt x="119" y="192"/>
                    <a:pt x="119" y="193"/>
                  </a:cubicBezTo>
                  <a:cubicBezTo>
                    <a:pt x="118" y="195"/>
                    <a:pt x="117" y="197"/>
                    <a:pt x="117" y="198"/>
                  </a:cubicBezTo>
                  <a:cubicBezTo>
                    <a:pt x="116" y="200"/>
                    <a:pt x="115" y="201"/>
                    <a:pt x="115" y="201"/>
                  </a:cubicBezTo>
                  <a:cubicBezTo>
                    <a:pt x="113" y="204"/>
                    <a:pt x="112" y="205"/>
                    <a:pt x="111" y="207"/>
                  </a:cubicBezTo>
                  <a:cubicBezTo>
                    <a:pt x="110" y="211"/>
                    <a:pt x="108" y="213"/>
                    <a:pt x="108" y="213"/>
                  </a:cubicBezTo>
                  <a:cubicBezTo>
                    <a:pt x="109" y="214"/>
                    <a:pt x="110" y="214"/>
                    <a:pt x="111" y="213"/>
                  </a:cubicBezTo>
                  <a:cubicBezTo>
                    <a:pt x="115" y="213"/>
                    <a:pt x="120" y="210"/>
                    <a:pt x="120" y="210"/>
                  </a:cubicBezTo>
                  <a:cubicBezTo>
                    <a:pt x="120" y="209"/>
                    <a:pt x="121" y="209"/>
                    <a:pt x="121" y="209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0" y="226"/>
                    <a:pt x="119" y="227"/>
                    <a:pt x="118" y="227"/>
                  </a:cubicBezTo>
                  <a:cubicBezTo>
                    <a:pt x="115" y="228"/>
                    <a:pt x="111" y="230"/>
                    <a:pt x="107" y="231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6"/>
                    <a:pt x="119" y="72"/>
                    <a:pt x="121" y="71"/>
                  </a:cubicBezTo>
                  <a:close/>
                  <a:moveTo>
                    <a:pt x="107" y="67"/>
                  </a:moveTo>
                  <a:cubicBezTo>
                    <a:pt x="105" y="69"/>
                    <a:pt x="103" y="71"/>
                    <a:pt x="101" y="72"/>
                  </a:cubicBezTo>
                  <a:cubicBezTo>
                    <a:pt x="97" y="75"/>
                    <a:pt x="95" y="78"/>
                    <a:pt x="92" y="80"/>
                  </a:cubicBezTo>
                  <a:cubicBezTo>
                    <a:pt x="90" y="82"/>
                    <a:pt x="89" y="83"/>
                    <a:pt x="87" y="84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8" y="72"/>
                    <a:pt x="88" y="71"/>
                    <a:pt x="89" y="71"/>
                  </a:cubicBezTo>
                  <a:cubicBezTo>
                    <a:pt x="92" y="67"/>
                    <a:pt x="95" y="63"/>
                    <a:pt x="98" y="59"/>
                  </a:cubicBezTo>
                  <a:cubicBezTo>
                    <a:pt x="101" y="55"/>
                    <a:pt x="104" y="50"/>
                    <a:pt x="107" y="46"/>
                  </a:cubicBezTo>
                  <a:cubicBezTo>
                    <a:pt x="107" y="67"/>
                    <a:pt x="107" y="67"/>
                    <a:pt x="107" y="67"/>
                  </a:cubicBezTo>
                  <a:close/>
                  <a:moveTo>
                    <a:pt x="107" y="78"/>
                  </a:moveTo>
                  <a:cubicBezTo>
                    <a:pt x="106" y="78"/>
                    <a:pt x="103" y="80"/>
                    <a:pt x="103" y="80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1"/>
                    <a:pt x="102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0" y="92"/>
                    <a:pt x="99" y="93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6" y="94"/>
                    <a:pt x="94" y="97"/>
                    <a:pt x="91" y="97"/>
                  </a:cubicBezTo>
                  <a:cubicBezTo>
                    <a:pt x="91" y="97"/>
                    <a:pt x="89" y="98"/>
                    <a:pt x="87" y="98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4"/>
                    <a:pt x="90" y="113"/>
                    <a:pt x="90" y="112"/>
                  </a:cubicBezTo>
                  <a:cubicBezTo>
                    <a:pt x="91" y="112"/>
                    <a:pt x="96" y="109"/>
                    <a:pt x="96" y="109"/>
                  </a:cubicBezTo>
                  <a:cubicBezTo>
                    <a:pt x="97" y="109"/>
                    <a:pt x="100" y="108"/>
                    <a:pt x="100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2" y="109"/>
                    <a:pt x="101" y="109"/>
                  </a:cubicBezTo>
                  <a:cubicBezTo>
                    <a:pt x="101" y="110"/>
                    <a:pt x="101" y="110"/>
                    <a:pt x="101" y="111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97" y="115"/>
                    <a:pt x="96" y="116"/>
                  </a:cubicBezTo>
                  <a:cubicBezTo>
                    <a:pt x="96" y="116"/>
                    <a:pt x="93" y="118"/>
                    <a:pt x="93" y="119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89" y="124"/>
                    <a:pt x="87" y="126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8" y="135"/>
                    <a:pt x="89" y="135"/>
                    <a:pt x="90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3"/>
                    <a:pt x="95" y="130"/>
                    <a:pt x="95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29"/>
                    <a:pt x="96" y="129"/>
                    <a:pt x="96" y="129"/>
                  </a:cubicBezTo>
                  <a:cubicBezTo>
                    <a:pt x="96" y="131"/>
                    <a:pt x="96" y="131"/>
                    <a:pt x="96" y="131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8"/>
                    <a:pt x="97" y="140"/>
                    <a:pt x="93" y="141"/>
                  </a:cubicBezTo>
                  <a:cubicBezTo>
                    <a:pt x="92" y="142"/>
                    <a:pt x="92" y="143"/>
                    <a:pt x="90" y="144"/>
                  </a:cubicBezTo>
                  <a:cubicBezTo>
                    <a:pt x="90" y="144"/>
                    <a:pt x="89" y="145"/>
                    <a:pt x="87" y="146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8" y="157"/>
                    <a:pt x="88" y="156"/>
                    <a:pt x="88" y="156"/>
                  </a:cubicBezTo>
                  <a:cubicBezTo>
                    <a:pt x="90" y="156"/>
                    <a:pt x="92" y="154"/>
                    <a:pt x="93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4" y="162"/>
                    <a:pt x="93" y="169"/>
                    <a:pt x="93" y="171"/>
                  </a:cubicBezTo>
                  <a:cubicBezTo>
                    <a:pt x="94" y="173"/>
                    <a:pt x="94" y="175"/>
                    <a:pt x="94" y="176"/>
                  </a:cubicBezTo>
                  <a:cubicBezTo>
                    <a:pt x="95" y="177"/>
                    <a:pt x="94" y="178"/>
                    <a:pt x="94" y="179"/>
                  </a:cubicBezTo>
                  <a:cubicBezTo>
                    <a:pt x="94" y="180"/>
                    <a:pt x="94" y="180"/>
                    <a:pt x="94" y="180"/>
                  </a:cubicBezTo>
                  <a:cubicBezTo>
                    <a:pt x="94" y="180"/>
                    <a:pt x="91" y="179"/>
                    <a:pt x="88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92" y="192"/>
                    <a:pt x="92" y="192"/>
                    <a:pt x="92" y="194"/>
                  </a:cubicBezTo>
                  <a:cubicBezTo>
                    <a:pt x="91" y="196"/>
                    <a:pt x="91" y="198"/>
                    <a:pt x="91" y="201"/>
                  </a:cubicBezTo>
                  <a:cubicBezTo>
                    <a:pt x="90" y="204"/>
                    <a:pt x="89" y="207"/>
                    <a:pt x="87" y="209"/>
                  </a:cubicBezTo>
                  <a:cubicBezTo>
                    <a:pt x="87" y="233"/>
                    <a:pt x="87" y="233"/>
                    <a:pt x="87" y="233"/>
                  </a:cubicBezTo>
                  <a:cubicBezTo>
                    <a:pt x="88" y="234"/>
                    <a:pt x="89" y="235"/>
                    <a:pt x="89" y="235"/>
                  </a:cubicBezTo>
                  <a:cubicBezTo>
                    <a:pt x="90" y="237"/>
                    <a:pt x="96" y="238"/>
                    <a:pt x="99" y="235"/>
                  </a:cubicBezTo>
                  <a:cubicBezTo>
                    <a:pt x="102" y="232"/>
                    <a:pt x="106" y="232"/>
                    <a:pt x="107" y="231"/>
                  </a:cubicBezTo>
                  <a:cubicBezTo>
                    <a:pt x="107" y="231"/>
                    <a:pt x="107" y="231"/>
                    <a:pt x="107" y="231"/>
                  </a:cubicBezTo>
                  <a:lnTo>
                    <a:pt x="107" y="78"/>
                  </a:lnTo>
                  <a:close/>
                  <a:moveTo>
                    <a:pt x="87" y="84"/>
                  </a:moveTo>
                  <a:cubicBezTo>
                    <a:pt x="87" y="84"/>
                    <a:pt x="86" y="85"/>
                    <a:pt x="86" y="85"/>
                  </a:cubicBezTo>
                  <a:cubicBezTo>
                    <a:pt x="80" y="89"/>
                    <a:pt x="72" y="95"/>
                    <a:pt x="70" y="95"/>
                  </a:cubicBezTo>
                  <a:cubicBezTo>
                    <a:pt x="70" y="95"/>
                    <a:pt x="78" y="86"/>
                    <a:pt x="84" y="78"/>
                  </a:cubicBezTo>
                  <a:cubicBezTo>
                    <a:pt x="85" y="76"/>
                    <a:pt x="86" y="74"/>
                    <a:pt x="87" y="73"/>
                  </a:cubicBezTo>
                  <a:cubicBezTo>
                    <a:pt x="87" y="84"/>
                    <a:pt x="87" y="84"/>
                    <a:pt x="87" y="84"/>
                  </a:cubicBezTo>
                  <a:close/>
                  <a:moveTo>
                    <a:pt x="87" y="98"/>
                  </a:moveTo>
                  <a:cubicBezTo>
                    <a:pt x="87" y="114"/>
                    <a:pt x="87" y="114"/>
                    <a:pt x="87" y="114"/>
                  </a:cubicBezTo>
                  <a:cubicBezTo>
                    <a:pt x="86" y="115"/>
                    <a:pt x="85" y="116"/>
                    <a:pt x="85" y="116"/>
                  </a:cubicBezTo>
                  <a:cubicBezTo>
                    <a:pt x="85" y="116"/>
                    <a:pt x="78" y="119"/>
                    <a:pt x="78" y="120"/>
                  </a:cubicBezTo>
                  <a:cubicBezTo>
                    <a:pt x="77" y="121"/>
                    <a:pt x="73" y="123"/>
                    <a:pt x="73" y="123"/>
                  </a:cubicBezTo>
                  <a:cubicBezTo>
                    <a:pt x="72" y="123"/>
                    <a:pt x="68" y="126"/>
                    <a:pt x="68" y="126"/>
                  </a:cubicBezTo>
                  <a:cubicBezTo>
                    <a:pt x="67" y="127"/>
                    <a:pt x="67" y="127"/>
                    <a:pt x="66" y="127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6" y="128"/>
                    <a:pt x="63" y="129"/>
                    <a:pt x="63" y="130"/>
                  </a:cubicBezTo>
                  <a:cubicBezTo>
                    <a:pt x="63" y="130"/>
                    <a:pt x="62" y="131"/>
                    <a:pt x="61" y="131"/>
                  </a:cubicBezTo>
                  <a:cubicBezTo>
                    <a:pt x="61" y="131"/>
                    <a:pt x="61" y="131"/>
                    <a:pt x="61" y="131"/>
                  </a:cubicBezTo>
                  <a:cubicBezTo>
                    <a:pt x="60" y="132"/>
                    <a:pt x="58" y="133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54" y="136"/>
                    <a:pt x="52" y="138"/>
                    <a:pt x="50" y="139"/>
                  </a:cubicBezTo>
                  <a:cubicBezTo>
                    <a:pt x="50" y="140"/>
                    <a:pt x="50" y="140"/>
                    <a:pt x="50" y="140"/>
                  </a:cubicBezTo>
                  <a:cubicBezTo>
                    <a:pt x="49" y="140"/>
                    <a:pt x="46" y="142"/>
                    <a:pt x="46" y="143"/>
                  </a:cubicBezTo>
                  <a:cubicBezTo>
                    <a:pt x="46" y="143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2" y="147"/>
                    <a:pt x="35" y="150"/>
                    <a:pt x="33" y="152"/>
                  </a:cubicBezTo>
                  <a:cubicBezTo>
                    <a:pt x="33" y="152"/>
                    <a:pt x="33" y="152"/>
                    <a:pt x="33" y="152"/>
                  </a:cubicBezTo>
                  <a:cubicBezTo>
                    <a:pt x="32" y="154"/>
                    <a:pt x="24" y="154"/>
                    <a:pt x="22" y="153"/>
                  </a:cubicBezTo>
                  <a:cubicBezTo>
                    <a:pt x="22" y="153"/>
                    <a:pt x="19" y="152"/>
                    <a:pt x="19" y="152"/>
                  </a:cubicBezTo>
                  <a:cubicBezTo>
                    <a:pt x="19" y="151"/>
                    <a:pt x="14" y="150"/>
                    <a:pt x="14" y="150"/>
                  </a:cubicBezTo>
                  <a:cubicBezTo>
                    <a:pt x="14" y="150"/>
                    <a:pt x="5" y="147"/>
                    <a:pt x="3" y="146"/>
                  </a:cubicBezTo>
                  <a:cubicBezTo>
                    <a:pt x="3" y="146"/>
                    <a:pt x="0" y="145"/>
                    <a:pt x="1" y="143"/>
                  </a:cubicBezTo>
                  <a:cubicBezTo>
                    <a:pt x="3" y="139"/>
                    <a:pt x="3" y="139"/>
                    <a:pt x="3" y="139"/>
                  </a:cubicBezTo>
                  <a:cubicBezTo>
                    <a:pt x="4" y="139"/>
                    <a:pt x="7" y="134"/>
                    <a:pt x="8" y="134"/>
                  </a:cubicBezTo>
                  <a:cubicBezTo>
                    <a:pt x="8" y="134"/>
                    <a:pt x="8" y="134"/>
                    <a:pt x="8" y="134"/>
                  </a:cubicBezTo>
                  <a:cubicBezTo>
                    <a:pt x="8" y="133"/>
                    <a:pt x="13" y="131"/>
                    <a:pt x="13" y="131"/>
                  </a:cubicBezTo>
                  <a:cubicBezTo>
                    <a:pt x="13" y="130"/>
                    <a:pt x="16" y="129"/>
                    <a:pt x="16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8"/>
                    <a:pt x="58" y="111"/>
                    <a:pt x="58" y="111"/>
                  </a:cubicBezTo>
                  <a:cubicBezTo>
                    <a:pt x="61" y="110"/>
                    <a:pt x="66" y="106"/>
                    <a:pt x="70" y="106"/>
                  </a:cubicBezTo>
                  <a:cubicBezTo>
                    <a:pt x="70" y="105"/>
                    <a:pt x="70" y="105"/>
                    <a:pt x="70" y="105"/>
                  </a:cubicBezTo>
                  <a:cubicBezTo>
                    <a:pt x="71" y="105"/>
                    <a:pt x="78" y="102"/>
                    <a:pt x="78" y="102"/>
                  </a:cubicBezTo>
                  <a:cubicBezTo>
                    <a:pt x="79" y="101"/>
                    <a:pt x="86" y="99"/>
                    <a:pt x="86" y="99"/>
                  </a:cubicBezTo>
                  <a:cubicBezTo>
                    <a:pt x="87" y="99"/>
                    <a:pt x="87" y="99"/>
                    <a:pt x="87" y="98"/>
                  </a:cubicBezTo>
                  <a:close/>
                  <a:moveTo>
                    <a:pt x="87" y="126"/>
                  </a:moveTo>
                  <a:cubicBezTo>
                    <a:pt x="87" y="127"/>
                    <a:pt x="86" y="127"/>
                    <a:pt x="86" y="127"/>
                  </a:cubicBezTo>
                  <a:cubicBezTo>
                    <a:pt x="86" y="128"/>
                    <a:pt x="84" y="131"/>
                    <a:pt x="83" y="131"/>
                  </a:cubicBezTo>
                  <a:cubicBezTo>
                    <a:pt x="82" y="132"/>
                    <a:pt x="81" y="133"/>
                    <a:pt x="80" y="134"/>
                  </a:cubicBezTo>
                  <a:cubicBezTo>
                    <a:pt x="79" y="135"/>
                    <a:pt x="76" y="137"/>
                    <a:pt x="76" y="137"/>
                  </a:cubicBezTo>
                  <a:cubicBezTo>
                    <a:pt x="76" y="138"/>
                    <a:pt x="76" y="138"/>
                    <a:pt x="75" y="139"/>
                  </a:cubicBezTo>
                  <a:cubicBezTo>
                    <a:pt x="75" y="140"/>
                    <a:pt x="74" y="141"/>
                    <a:pt x="73" y="142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2" y="144"/>
                    <a:pt x="71" y="145"/>
                    <a:pt x="70" y="146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8" y="148"/>
                    <a:pt x="69" y="149"/>
                    <a:pt x="68" y="149"/>
                  </a:cubicBezTo>
                  <a:cubicBezTo>
                    <a:pt x="67" y="150"/>
                    <a:pt x="65" y="153"/>
                    <a:pt x="65" y="153"/>
                  </a:cubicBezTo>
                  <a:cubicBezTo>
                    <a:pt x="61" y="156"/>
                    <a:pt x="59" y="161"/>
                    <a:pt x="61" y="167"/>
                  </a:cubicBezTo>
                  <a:cubicBezTo>
                    <a:pt x="61" y="167"/>
                    <a:pt x="61" y="167"/>
                    <a:pt x="61" y="167"/>
                  </a:cubicBezTo>
                  <a:cubicBezTo>
                    <a:pt x="62" y="168"/>
                    <a:pt x="62" y="168"/>
                    <a:pt x="62" y="168"/>
                  </a:cubicBezTo>
                  <a:cubicBezTo>
                    <a:pt x="63" y="168"/>
                    <a:pt x="65" y="168"/>
                    <a:pt x="65" y="169"/>
                  </a:cubicBezTo>
                  <a:cubicBezTo>
                    <a:pt x="67" y="169"/>
                    <a:pt x="68" y="170"/>
                    <a:pt x="70" y="170"/>
                  </a:cubicBezTo>
                  <a:cubicBezTo>
                    <a:pt x="70" y="170"/>
                    <a:pt x="70" y="169"/>
                    <a:pt x="71" y="169"/>
                  </a:cubicBezTo>
                  <a:cubicBezTo>
                    <a:pt x="71" y="169"/>
                    <a:pt x="71" y="169"/>
                    <a:pt x="71" y="169"/>
                  </a:cubicBezTo>
                  <a:cubicBezTo>
                    <a:pt x="71" y="170"/>
                    <a:pt x="81" y="161"/>
                    <a:pt x="82" y="161"/>
                  </a:cubicBezTo>
                  <a:cubicBezTo>
                    <a:pt x="82" y="160"/>
                    <a:pt x="83" y="160"/>
                    <a:pt x="83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58"/>
                    <a:pt x="85" y="158"/>
                    <a:pt x="85" y="158"/>
                  </a:cubicBezTo>
                  <a:cubicBezTo>
                    <a:pt x="85" y="158"/>
                    <a:pt x="86" y="157"/>
                    <a:pt x="87" y="157"/>
                  </a:cubicBezTo>
                  <a:cubicBezTo>
                    <a:pt x="87" y="146"/>
                    <a:pt x="87" y="146"/>
                    <a:pt x="87" y="146"/>
                  </a:cubicBezTo>
                  <a:cubicBezTo>
                    <a:pt x="87" y="146"/>
                    <a:pt x="87" y="146"/>
                    <a:pt x="86" y="146"/>
                  </a:cubicBezTo>
                  <a:cubicBezTo>
                    <a:pt x="85" y="147"/>
                    <a:pt x="84" y="148"/>
                    <a:pt x="83" y="149"/>
                  </a:cubicBezTo>
                  <a:cubicBezTo>
                    <a:pt x="81" y="149"/>
                    <a:pt x="80" y="150"/>
                    <a:pt x="79" y="150"/>
                  </a:cubicBezTo>
                  <a:cubicBezTo>
                    <a:pt x="78" y="150"/>
                    <a:pt x="78" y="150"/>
                    <a:pt x="78" y="150"/>
                  </a:cubicBezTo>
                  <a:cubicBezTo>
                    <a:pt x="79" y="147"/>
                    <a:pt x="83" y="141"/>
                    <a:pt x="85" y="139"/>
                  </a:cubicBezTo>
                  <a:cubicBezTo>
                    <a:pt x="85" y="138"/>
                    <a:pt x="86" y="137"/>
                    <a:pt x="87" y="136"/>
                  </a:cubicBezTo>
                  <a:cubicBezTo>
                    <a:pt x="87" y="126"/>
                    <a:pt x="87" y="126"/>
                    <a:pt x="87" y="126"/>
                  </a:cubicBezTo>
                  <a:close/>
                  <a:moveTo>
                    <a:pt x="87" y="180"/>
                  </a:moveTo>
                  <a:cubicBezTo>
                    <a:pt x="87" y="189"/>
                    <a:pt x="87" y="189"/>
                    <a:pt x="87" y="189"/>
                  </a:cubicBezTo>
                  <a:cubicBezTo>
                    <a:pt x="86" y="188"/>
                    <a:pt x="84" y="188"/>
                    <a:pt x="83" y="188"/>
                  </a:cubicBezTo>
                  <a:cubicBezTo>
                    <a:pt x="83" y="187"/>
                    <a:pt x="81" y="186"/>
                    <a:pt x="80" y="185"/>
                  </a:cubicBezTo>
                  <a:cubicBezTo>
                    <a:pt x="80" y="184"/>
                    <a:pt x="80" y="183"/>
                    <a:pt x="82" y="182"/>
                  </a:cubicBezTo>
                  <a:cubicBezTo>
                    <a:pt x="82" y="182"/>
                    <a:pt x="83" y="181"/>
                    <a:pt x="84" y="181"/>
                  </a:cubicBezTo>
                  <a:cubicBezTo>
                    <a:pt x="85" y="181"/>
                    <a:pt x="86" y="180"/>
                    <a:pt x="86" y="180"/>
                  </a:cubicBezTo>
                  <a:cubicBezTo>
                    <a:pt x="86" y="180"/>
                    <a:pt x="87" y="180"/>
                    <a:pt x="87" y="180"/>
                  </a:cubicBezTo>
                  <a:close/>
                  <a:moveTo>
                    <a:pt x="87" y="209"/>
                  </a:moveTo>
                  <a:cubicBezTo>
                    <a:pt x="87" y="233"/>
                    <a:pt x="87" y="233"/>
                    <a:pt x="87" y="233"/>
                  </a:cubicBezTo>
                  <a:cubicBezTo>
                    <a:pt x="85" y="230"/>
                    <a:pt x="81" y="226"/>
                    <a:pt x="82" y="223"/>
                  </a:cubicBezTo>
                  <a:cubicBezTo>
                    <a:pt x="83" y="220"/>
                    <a:pt x="84" y="215"/>
                    <a:pt x="85" y="214"/>
                  </a:cubicBezTo>
                  <a:cubicBezTo>
                    <a:pt x="85" y="214"/>
                    <a:pt x="86" y="212"/>
                    <a:pt x="8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6332E139-386D-6359-701D-40DA667D5DE2}"/>
                </a:ext>
              </a:extLst>
            </p:cNvPr>
            <p:cNvSpPr/>
            <p:nvPr/>
          </p:nvSpPr>
          <p:spPr bwMode="auto">
            <a:xfrm>
              <a:off x="817725" y="5506900"/>
              <a:ext cx="321861" cy="78729"/>
            </a:xfrm>
            <a:custGeom>
              <a:avLst/>
              <a:gdLst>
                <a:gd name="T0" fmla="*/ 66 w 148"/>
                <a:gd name="T1" fmla="*/ 10 h 36"/>
                <a:gd name="T2" fmla="*/ 82 w 148"/>
                <a:gd name="T3" fmla="*/ 10 h 36"/>
                <a:gd name="T4" fmla="*/ 85 w 148"/>
                <a:gd name="T5" fmla="*/ 0 h 36"/>
                <a:gd name="T6" fmla="*/ 85 w 148"/>
                <a:gd name="T7" fmla="*/ 0 h 36"/>
                <a:gd name="T8" fmla="*/ 110 w 148"/>
                <a:gd name="T9" fmla="*/ 7 h 36"/>
                <a:gd name="T10" fmla="*/ 110 w 148"/>
                <a:gd name="T11" fmla="*/ 7 h 36"/>
                <a:gd name="T12" fmla="*/ 108 w 148"/>
                <a:gd name="T13" fmla="*/ 17 h 36"/>
                <a:gd name="T14" fmla="*/ 122 w 148"/>
                <a:gd name="T15" fmla="*/ 25 h 36"/>
                <a:gd name="T16" fmla="*/ 130 w 148"/>
                <a:gd name="T17" fmla="*/ 18 h 36"/>
                <a:gd name="T18" fmla="*/ 130 w 148"/>
                <a:gd name="T19" fmla="*/ 18 h 36"/>
                <a:gd name="T20" fmla="*/ 147 w 148"/>
                <a:gd name="T21" fmla="*/ 36 h 36"/>
                <a:gd name="T22" fmla="*/ 148 w 148"/>
                <a:gd name="T23" fmla="*/ 36 h 36"/>
                <a:gd name="T24" fmla="*/ 140 w 148"/>
                <a:gd name="T25" fmla="*/ 36 h 36"/>
                <a:gd name="T26" fmla="*/ 141 w 148"/>
                <a:gd name="T27" fmla="*/ 36 h 36"/>
                <a:gd name="T28" fmla="*/ 130 w 148"/>
                <a:gd name="T29" fmla="*/ 26 h 36"/>
                <a:gd name="T30" fmla="*/ 122 w 148"/>
                <a:gd name="T31" fmla="*/ 33 h 36"/>
                <a:gd name="T32" fmla="*/ 122 w 148"/>
                <a:gd name="T33" fmla="*/ 32 h 36"/>
                <a:gd name="T34" fmla="*/ 101 w 148"/>
                <a:gd name="T35" fmla="*/ 20 h 36"/>
                <a:gd name="T36" fmla="*/ 101 w 148"/>
                <a:gd name="T37" fmla="*/ 20 h 36"/>
                <a:gd name="T38" fmla="*/ 103 w 148"/>
                <a:gd name="T39" fmla="*/ 10 h 36"/>
                <a:gd name="T40" fmla="*/ 90 w 148"/>
                <a:gd name="T41" fmla="*/ 6 h 36"/>
                <a:gd name="T42" fmla="*/ 86 w 148"/>
                <a:gd name="T43" fmla="*/ 16 h 36"/>
                <a:gd name="T44" fmla="*/ 86 w 148"/>
                <a:gd name="T45" fmla="*/ 16 h 36"/>
                <a:gd name="T46" fmla="*/ 74 w 148"/>
                <a:gd name="T47" fmla="*/ 15 h 36"/>
                <a:gd name="T48" fmla="*/ 62 w 148"/>
                <a:gd name="T49" fmla="*/ 16 h 36"/>
                <a:gd name="T50" fmla="*/ 62 w 148"/>
                <a:gd name="T51" fmla="*/ 16 h 36"/>
                <a:gd name="T52" fmla="*/ 58 w 148"/>
                <a:gd name="T53" fmla="*/ 6 h 36"/>
                <a:gd name="T54" fmla="*/ 44 w 148"/>
                <a:gd name="T55" fmla="*/ 10 h 36"/>
                <a:gd name="T56" fmla="*/ 46 w 148"/>
                <a:gd name="T57" fmla="*/ 20 h 36"/>
                <a:gd name="T58" fmla="*/ 46 w 148"/>
                <a:gd name="T59" fmla="*/ 20 h 36"/>
                <a:gd name="T60" fmla="*/ 25 w 148"/>
                <a:gd name="T61" fmla="*/ 32 h 36"/>
                <a:gd name="T62" fmla="*/ 25 w 148"/>
                <a:gd name="T63" fmla="*/ 33 h 36"/>
                <a:gd name="T64" fmla="*/ 17 w 148"/>
                <a:gd name="T65" fmla="*/ 26 h 36"/>
                <a:gd name="T66" fmla="*/ 7 w 148"/>
                <a:gd name="T67" fmla="*/ 36 h 36"/>
                <a:gd name="T68" fmla="*/ 7 w 148"/>
                <a:gd name="T69" fmla="*/ 36 h 36"/>
                <a:gd name="T70" fmla="*/ 0 w 148"/>
                <a:gd name="T71" fmla="*/ 36 h 36"/>
                <a:gd name="T72" fmla="*/ 0 w 148"/>
                <a:gd name="T73" fmla="*/ 36 h 36"/>
                <a:gd name="T74" fmla="*/ 18 w 148"/>
                <a:gd name="T75" fmla="*/ 18 h 36"/>
                <a:gd name="T76" fmla="*/ 18 w 148"/>
                <a:gd name="T77" fmla="*/ 18 h 36"/>
                <a:gd name="T78" fmla="*/ 26 w 148"/>
                <a:gd name="T79" fmla="*/ 25 h 36"/>
                <a:gd name="T80" fmla="*/ 39 w 148"/>
                <a:gd name="T81" fmla="*/ 17 h 36"/>
                <a:gd name="T82" fmla="*/ 37 w 148"/>
                <a:gd name="T83" fmla="*/ 7 h 36"/>
                <a:gd name="T84" fmla="*/ 38 w 148"/>
                <a:gd name="T85" fmla="*/ 7 h 36"/>
                <a:gd name="T86" fmla="*/ 62 w 148"/>
                <a:gd name="T87" fmla="*/ 0 h 36"/>
                <a:gd name="T88" fmla="*/ 62 w 148"/>
                <a:gd name="T89" fmla="*/ 0 h 36"/>
                <a:gd name="T90" fmla="*/ 66 w 148"/>
                <a:gd name="T91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36">
                  <a:moveTo>
                    <a:pt x="66" y="10"/>
                  </a:moveTo>
                  <a:cubicBezTo>
                    <a:pt x="71" y="10"/>
                    <a:pt x="76" y="10"/>
                    <a:pt x="82" y="1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94" y="1"/>
                    <a:pt x="102" y="3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3" y="20"/>
                    <a:pt x="118" y="22"/>
                    <a:pt x="122" y="25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137" y="23"/>
                    <a:pt x="143" y="29"/>
                    <a:pt x="147" y="36"/>
                  </a:cubicBezTo>
                  <a:cubicBezTo>
                    <a:pt x="148" y="36"/>
                    <a:pt x="148" y="36"/>
                    <a:pt x="148" y="36"/>
                  </a:cubicBezTo>
                  <a:cubicBezTo>
                    <a:pt x="140" y="36"/>
                    <a:pt x="140" y="36"/>
                    <a:pt x="140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37" y="32"/>
                    <a:pt x="134" y="29"/>
                    <a:pt x="130" y="26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16" y="27"/>
                    <a:pt x="109" y="23"/>
                    <a:pt x="101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99" y="8"/>
                    <a:pt x="94" y="7"/>
                    <a:pt x="90" y="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2" y="16"/>
                    <a:pt x="78" y="15"/>
                    <a:pt x="74" y="15"/>
                  </a:cubicBezTo>
                  <a:cubicBezTo>
                    <a:pt x="70" y="15"/>
                    <a:pt x="66" y="16"/>
                    <a:pt x="62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7"/>
                    <a:pt x="49" y="8"/>
                    <a:pt x="44" y="1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39" y="23"/>
                    <a:pt x="31" y="27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4" y="29"/>
                    <a:pt x="10" y="32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29"/>
                    <a:pt x="11" y="23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0" y="22"/>
                    <a:pt x="35" y="19"/>
                    <a:pt x="39" y="1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6" y="3"/>
                    <a:pt x="54" y="1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6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79925F9D-2FAB-988D-9600-F09E3771A38E}"/>
                </a:ext>
              </a:extLst>
            </p:cNvPr>
            <p:cNvSpPr/>
            <p:nvPr/>
          </p:nvSpPr>
          <p:spPr bwMode="auto">
            <a:xfrm>
              <a:off x="882560" y="5550895"/>
              <a:ext cx="192190" cy="34733"/>
            </a:xfrm>
            <a:custGeom>
              <a:avLst/>
              <a:gdLst>
                <a:gd name="T0" fmla="*/ 44 w 88"/>
                <a:gd name="T1" fmla="*/ 0 h 16"/>
                <a:gd name="T2" fmla="*/ 88 w 88"/>
                <a:gd name="T3" fmla="*/ 16 h 16"/>
                <a:gd name="T4" fmla="*/ 83 w 88"/>
                <a:gd name="T5" fmla="*/ 16 h 16"/>
                <a:gd name="T6" fmla="*/ 44 w 88"/>
                <a:gd name="T7" fmla="*/ 3 h 16"/>
                <a:gd name="T8" fmla="*/ 4 w 88"/>
                <a:gd name="T9" fmla="*/ 16 h 16"/>
                <a:gd name="T10" fmla="*/ 0 w 88"/>
                <a:gd name="T11" fmla="*/ 16 h 16"/>
                <a:gd name="T12" fmla="*/ 44 w 8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16">
                  <a:moveTo>
                    <a:pt x="44" y="0"/>
                  </a:moveTo>
                  <a:cubicBezTo>
                    <a:pt x="60" y="0"/>
                    <a:pt x="76" y="6"/>
                    <a:pt x="88" y="16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72" y="8"/>
                    <a:pt x="58" y="3"/>
                    <a:pt x="44" y="3"/>
                  </a:cubicBezTo>
                  <a:cubicBezTo>
                    <a:pt x="29" y="3"/>
                    <a:pt x="16" y="8"/>
                    <a:pt x="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2" y="6"/>
                    <a:pt x="27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F12078B5-7C46-58D5-94E4-AA4CA1D496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8758" y="5634255"/>
              <a:ext cx="216504" cy="297548"/>
            </a:xfrm>
            <a:custGeom>
              <a:avLst/>
              <a:gdLst>
                <a:gd name="T0" fmla="*/ 85 w 99"/>
                <a:gd name="T1" fmla="*/ 12 h 137"/>
                <a:gd name="T2" fmla="*/ 87 w 99"/>
                <a:gd name="T3" fmla="*/ 24 h 137"/>
                <a:gd name="T4" fmla="*/ 95 w 99"/>
                <a:gd name="T5" fmla="*/ 9 h 137"/>
                <a:gd name="T6" fmla="*/ 85 w 99"/>
                <a:gd name="T7" fmla="*/ 37 h 137"/>
                <a:gd name="T8" fmla="*/ 85 w 99"/>
                <a:gd name="T9" fmla="*/ 12 h 137"/>
                <a:gd name="T10" fmla="*/ 85 w 99"/>
                <a:gd name="T11" fmla="*/ 85 h 137"/>
                <a:gd name="T12" fmla="*/ 85 w 99"/>
                <a:gd name="T13" fmla="*/ 76 h 137"/>
                <a:gd name="T14" fmla="*/ 92 w 99"/>
                <a:gd name="T15" fmla="*/ 73 h 137"/>
                <a:gd name="T16" fmla="*/ 85 w 99"/>
                <a:gd name="T17" fmla="*/ 85 h 137"/>
                <a:gd name="T18" fmla="*/ 85 w 99"/>
                <a:gd name="T19" fmla="*/ 72 h 137"/>
                <a:gd name="T20" fmla="*/ 97 w 99"/>
                <a:gd name="T21" fmla="*/ 52 h 137"/>
                <a:gd name="T22" fmla="*/ 87 w 99"/>
                <a:gd name="T23" fmla="*/ 59 h 137"/>
                <a:gd name="T24" fmla="*/ 98 w 99"/>
                <a:gd name="T25" fmla="*/ 26 h 137"/>
                <a:gd name="T26" fmla="*/ 85 w 99"/>
                <a:gd name="T27" fmla="*/ 45 h 137"/>
                <a:gd name="T28" fmla="*/ 85 w 99"/>
                <a:gd name="T29" fmla="*/ 72 h 137"/>
                <a:gd name="T30" fmla="*/ 78 w 99"/>
                <a:gd name="T31" fmla="*/ 0 h 137"/>
                <a:gd name="T32" fmla="*/ 85 w 99"/>
                <a:gd name="T33" fmla="*/ 12 h 137"/>
                <a:gd name="T34" fmla="*/ 85 w 99"/>
                <a:gd name="T35" fmla="*/ 37 h 137"/>
                <a:gd name="T36" fmla="*/ 83 w 99"/>
                <a:gd name="T37" fmla="*/ 39 h 137"/>
                <a:gd name="T38" fmla="*/ 75 w 99"/>
                <a:gd name="T39" fmla="*/ 16 h 137"/>
                <a:gd name="T40" fmla="*/ 83 w 99"/>
                <a:gd name="T41" fmla="*/ 26 h 137"/>
                <a:gd name="T42" fmla="*/ 78 w 99"/>
                <a:gd name="T43" fmla="*/ 0 h 137"/>
                <a:gd name="T44" fmla="*/ 85 w 99"/>
                <a:gd name="T45" fmla="*/ 45 h 137"/>
                <a:gd name="T46" fmla="*/ 84 w 99"/>
                <a:gd name="T47" fmla="*/ 47 h 137"/>
                <a:gd name="T48" fmla="*/ 76 w 99"/>
                <a:gd name="T49" fmla="*/ 32 h 137"/>
                <a:gd name="T50" fmla="*/ 83 w 99"/>
                <a:gd name="T51" fmla="*/ 64 h 137"/>
                <a:gd name="T52" fmla="*/ 80 w 99"/>
                <a:gd name="T53" fmla="*/ 66 h 137"/>
                <a:gd name="T54" fmla="*/ 74 w 99"/>
                <a:gd name="T55" fmla="*/ 48 h 137"/>
                <a:gd name="T56" fmla="*/ 76 w 99"/>
                <a:gd name="T57" fmla="*/ 78 h 137"/>
                <a:gd name="T58" fmla="*/ 76 w 99"/>
                <a:gd name="T59" fmla="*/ 82 h 137"/>
                <a:gd name="T60" fmla="*/ 71 w 99"/>
                <a:gd name="T61" fmla="*/ 85 h 137"/>
                <a:gd name="T62" fmla="*/ 69 w 99"/>
                <a:gd name="T63" fmla="*/ 67 h 137"/>
                <a:gd name="T64" fmla="*/ 62 w 99"/>
                <a:gd name="T65" fmla="*/ 100 h 137"/>
                <a:gd name="T66" fmla="*/ 63 w 99"/>
                <a:gd name="T67" fmla="*/ 102 h 137"/>
                <a:gd name="T68" fmla="*/ 54 w 99"/>
                <a:gd name="T69" fmla="*/ 106 h 137"/>
                <a:gd name="T70" fmla="*/ 59 w 99"/>
                <a:gd name="T71" fmla="*/ 87 h 137"/>
                <a:gd name="T72" fmla="*/ 44 w 99"/>
                <a:gd name="T73" fmla="*/ 114 h 137"/>
                <a:gd name="T74" fmla="*/ 44 w 99"/>
                <a:gd name="T75" fmla="*/ 117 h 137"/>
                <a:gd name="T76" fmla="*/ 34 w 99"/>
                <a:gd name="T77" fmla="*/ 122 h 137"/>
                <a:gd name="T78" fmla="*/ 32 w 99"/>
                <a:gd name="T79" fmla="*/ 123 h 137"/>
                <a:gd name="T80" fmla="*/ 34 w 99"/>
                <a:gd name="T81" fmla="*/ 121 h 137"/>
                <a:gd name="T82" fmla="*/ 42 w 99"/>
                <a:gd name="T83" fmla="*/ 104 h 137"/>
                <a:gd name="T84" fmla="*/ 16 w 99"/>
                <a:gd name="T85" fmla="*/ 125 h 137"/>
                <a:gd name="T86" fmla="*/ 1 w 99"/>
                <a:gd name="T87" fmla="*/ 130 h 137"/>
                <a:gd name="T88" fmla="*/ 1 w 99"/>
                <a:gd name="T89" fmla="*/ 132 h 137"/>
                <a:gd name="T90" fmla="*/ 14 w 99"/>
                <a:gd name="T91" fmla="*/ 132 h 137"/>
                <a:gd name="T92" fmla="*/ 49 w 99"/>
                <a:gd name="T93" fmla="*/ 128 h 137"/>
                <a:gd name="T94" fmla="*/ 28 w 99"/>
                <a:gd name="T95" fmla="*/ 126 h 137"/>
                <a:gd name="T96" fmla="*/ 32 w 99"/>
                <a:gd name="T97" fmla="*/ 125 h 137"/>
                <a:gd name="T98" fmla="*/ 68 w 99"/>
                <a:gd name="T99" fmla="*/ 112 h 137"/>
                <a:gd name="T100" fmla="*/ 45 w 99"/>
                <a:gd name="T101" fmla="*/ 117 h 137"/>
                <a:gd name="T102" fmla="*/ 45 w 99"/>
                <a:gd name="T103" fmla="*/ 117 h 137"/>
                <a:gd name="T104" fmla="*/ 48 w 99"/>
                <a:gd name="T105" fmla="*/ 114 h 137"/>
                <a:gd name="T106" fmla="*/ 80 w 99"/>
                <a:gd name="T107" fmla="*/ 96 h 137"/>
                <a:gd name="T108" fmla="*/ 64 w 99"/>
                <a:gd name="T109" fmla="*/ 102 h 137"/>
                <a:gd name="T110" fmla="*/ 64 w 99"/>
                <a:gd name="T111" fmla="*/ 99 h 137"/>
                <a:gd name="T112" fmla="*/ 85 w 99"/>
                <a:gd name="T113" fmla="*/ 85 h 137"/>
                <a:gd name="T114" fmla="*/ 85 w 99"/>
                <a:gd name="T115" fmla="*/ 76 h 137"/>
                <a:gd name="T116" fmla="*/ 78 w 99"/>
                <a:gd name="T117" fmla="*/ 81 h 137"/>
                <a:gd name="T118" fmla="*/ 79 w 99"/>
                <a:gd name="T119" fmla="*/ 77 h 137"/>
                <a:gd name="T120" fmla="*/ 85 w 99"/>
                <a:gd name="T121" fmla="*/ 72 h 137"/>
                <a:gd name="T122" fmla="*/ 85 w 99"/>
                <a:gd name="T123" fmla="*/ 4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37">
                  <a:moveTo>
                    <a:pt x="85" y="12"/>
                  </a:moveTo>
                  <a:cubicBezTo>
                    <a:pt x="86" y="15"/>
                    <a:pt x="87" y="19"/>
                    <a:pt x="87" y="24"/>
                  </a:cubicBezTo>
                  <a:cubicBezTo>
                    <a:pt x="89" y="21"/>
                    <a:pt x="90" y="12"/>
                    <a:pt x="95" y="9"/>
                  </a:cubicBezTo>
                  <a:cubicBezTo>
                    <a:pt x="96" y="21"/>
                    <a:pt x="92" y="30"/>
                    <a:pt x="85" y="37"/>
                  </a:cubicBezTo>
                  <a:cubicBezTo>
                    <a:pt x="85" y="12"/>
                    <a:pt x="85" y="12"/>
                    <a:pt x="85" y="12"/>
                  </a:cubicBezTo>
                  <a:close/>
                  <a:moveTo>
                    <a:pt x="85" y="85"/>
                  </a:moveTo>
                  <a:cubicBezTo>
                    <a:pt x="85" y="76"/>
                    <a:pt x="85" y="76"/>
                    <a:pt x="85" y="76"/>
                  </a:cubicBezTo>
                  <a:cubicBezTo>
                    <a:pt x="87" y="74"/>
                    <a:pt x="90" y="73"/>
                    <a:pt x="92" y="73"/>
                  </a:cubicBezTo>
                  <a:cubicBezTo>
                    <a:pt x="90" y="78"/>
                    <a:pt x="87" y="82"/>
                    <a:pt x="85" y="85"/>
                  </a:cubicBezTo>
                  <a:close/>
                  <a:moveTo>
                    <a:pt x="85" y="72"/>
                  </a:moveTo>
                  <a:cubicBezTo>
                    <a:pt x="91" y="67"/>
                    <a:pt x="96" y="61"/>
                    <a:pt x="97" y="52"/>
                  </a:cubicBezTo>
                  <a:cubicBezTo>
                    <a:pt x="95" y="55"/>
                    <a:pt x="90" y="57"/>
                    <a:pt x="87" y="59"/>
                  </a:cubicBezTo>
                  <a:cubicBezTo>
                    <a:pt x="93" y="50"/>
                    <a:pt x="99" y="39"/>
                    <a:pt x="98" y="26"/>
                  </a:cubicBezTo>
                  <a:cubicBezTo>
                    <a:pt x="95" y="36"/>
                    <a:pt x="89" y="38"/>
                    <a:pt x="85" y="45"/>
                  </a:cubicBezTo>
                  <a:lnTo>
                    <a:pt x="85" y="72"/>
                  </a:lnTo>
                  <a:close/>
                  <a:moveTo>
                    <a:pt x="78" y="0"/>
                  </a:moveTo>
                  <a:cubicBezTo>
                    <a:pt x="81" y="3"/>
                    <a:pt x="83" y="7"/>
                    <a:pt x="85" y="12"/>
                  </a:cubicBezTo>
                  <a:cubicBezTo>
                    <a:pt x="85" y="37"/>
                    <a:pt x="85" y="37"/>
                    <a:pt x="85" y="37"/>
                  </a:cubicBezTo>
                  <a:cubicBezTo>
                    <a:pt x="85" y="38"/>
                    <a:pt x="84" y="38"/>
                    <a:pt x="83" y="39"/>
                  </a:cubicBezTo>
                  <a:cubicBezTo>
                    <a:pt x="83" y="31"/>
                    <a:pt x="76" y="36"/>
                    <a:pt x="75" y="16"/>
                  </a:cubicBezTo>
                  <a:cubicBezTo>
                    <a:pt x="78" y="18"/>
                    <a:pt x="78" y="23"/>
                    <a:pt x="83" y="26"/>
                  </a:cubicBezTo>
                  <a:cubicBezTo>
                    <a:pt x="77" y="15"/>
                    <a:pt x="78" y="10"/>
                    <a:pt x="78" y="0"/>
                  </a:cubicBezTo>
                  <a:close/>
                  <a:moveTo>
                    <a:pt x="85" y="45"/>
                  </a:moveTo>
                  <a:cubicBezTo>
                    <a:pt x="85" y="46"/>
                    <a:pt x="85" y="46"/>
                    <a:pt x="84" y="47"/>
                  </a:cubicBezTo>
                  <a:cubicBezTo>
                    <a:pt x="82" y="40"/>
                    <a:pt x="80" y="37"/>
                    <a:pt x="76" y="32"/>
                  </a:cubicBezTo>
                  <a:cubicBezTo>
                    <a:pt x="75" y="51"/>
                    <a:pt x="82" y="51"/>
                    <a:pt x="83" y="64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0" y="60"/>
                    <a:pt x="78" y="53"/>
                    <a:pt x="74" y="48"/>
                  </a:cubicBezTo>
                  <a:cubicBezTo>
                    <a:pt x="74" y="58"/>
                    <a:pt x="70" y="70"/>
                    <a:pt x="76" y="78"/>
                  </a:cubicBezTo>
                  <a:cubicBezTo>
                    <a:pt x="77" y="80"/>
                    <a:pt x="77" y="81"/>
                    <a:pt x="76" y="82"/>
                  </a:cubicBezTo>
                  <a:cubicBezTo>
                    <a:pt x="74" y="83"/>
                    <a:pt x="72" y="85"/>
                    <a:pt x="71" y="85"/>
                  </a:cubicBezTo>
                  <a:cubicBezTo>
                    <a:pt x="72" y="79"/>
                    <a:pt x="72" y="72"/>
                    <a:pt x="69" y="67"/>
                  </a:cubicBezTo>
                  <a:cubicBezTo>
                    <a:pt x="68" y="77"/>
                    <a:pt x="61" y="86"/>
                    <a:pt x="62" y="100"/>
                  </a:cubicBezTo>
                  <a:cubicBezTo>
                    <a:pt x="62" y="100"/>
                    <a:pt x="62" y="102"/>
                    <a:pt x="63" y="102"/>
                  </a:cubicBezTo>
                  <a:cubicBezTo>
                    <a:pt x="59" y="103"/>
                    <a:pt x="57" y="104"/>
                    <a:pt x="54" y="106"/>
                  </a:cubicBezTo>
                  <a:cubicBezTo>
                    <a:pt x="58" y="101"/>
                    <a:pt x="60" y="92"/>
                    <a:pt x="59" y="87"/>
                  </a:cubicBezTo>
                  <a:cubicBezTo>
                    <a:pt x="52" y="96"/>
                    <a:pt x="42" y="104"/>
                    <a:pt x="44" y="114"/>
                  </a:cubicBezTo>
                  <a:cubicBezTo>
                    <a:pt x="43" y="115"/>
                    <a:pt x="43" y="116"/>
                    <a:pt x="44" y="117"/>
                  </a:cubicBezTo>
                  <a:cubicBezTo>
                    <a:pt x="40" y="118"/>
                    <a:pt x="37" y="119"/>
                    <a:pt x="34" y="122"/>
                  </a:cubicBezTo>
                  <a:cubicBezTo>
                    <a:pt x="33" y="123"/>
                    <a:pt x="33" y="123"/>
                    <a:pt x="32" y="123"/>
                  </a:cubicBezTo>
                  <a:cubicBezTo>
                    <a:pt x="32" y="123"/>
                    <a:pt x="33" y="122"/>
                    <a:pt x="34" y="121"/>
                  </a:cubicBezTo>
                  <a:cubicBezTo>
                    <a:pt x="38" y="117"/>
                    <a:pt x="40" y="110"/>
                    <a:pt x="42" y="104"/>
                  </a:cubicBezTo>
                  <a:cubicBezTo>
                    <a:pt x="28" y="116"/>
                    <a:pt x="24" y="115"/>
                    <a:pt x="16" y="125"/>
                  </a:cubicBezTo>
                  <a:cubicBezTo>
                    <a:pt x="14" y="128"/>
                    <a:pt x="4" y="130"/>
                    <a:pt x="1" y="130"/>
                  </a:cubicBezTo>
                  <a:cubicBezTo>
                    <a:pt x="0" y="130"/>
                    <a:pt x="0" y="132"/>
                    <a:pt x="1" y="132"/>
                  </a:cubicBezTo>
                  <a:cubicBezTo>
                    <a:pt x="5" y="131"/>
                    <a:pt x="11" y="132"/>
                    <a:pt x="14" y="132"/>
                  </a:cubicBezTo>
                  <a:cubicBezTo>
                    <a:pt x="26" y="137"/>
                    <a:pt x="36" y="135"/>
                    <a:pt x="49" y="128"/>
                  </a:cubicBezTo>
                  <a:cubicBezTo>
                    <a:pt x="42" y="128"/>
                    <a:pt x="36" y="128"/>
                    <a:pt x="28" y="126"/>
                  </a:cubicBezTo>
                  <a:cubicBezTo>
                    <a:pt x="30" y="125"/>
                    <a:pt x="31" y="125"/>
                    <a:pt x="32" y="125"/>
                  </a:cubicBezTo>
                  <a:cubicBezTo>
                    <a:pt x="47" y="128"/>
                    <a:pt x="58" y="123"/>
                    <a:pt x="68" y="112"/>
                  </a:cubicBezTo>
                  <a:cubicBezTo>
                    <a:pt x="59" y="114"/>
                    <a:pt x="52" y="115"/>
                    <a:pt x="45" y="11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46" y="115"/>
                    <a:pt x="48" y="114"/>
                    <a:pt x="48" y="114"/>
                  </a:cubicBezTo>
                  <a:cubicBezTo>
                    <a:pt x="58" y="110"/>
                    <a:pt x="70" y="114"/>
                    <a:pt x="80" y="96"/>
                  </a:cubicBezTo>
                  <a:cubicBezTo>
                    <a:pt x="75" y="100"/>
                    <a:pt x="69" y="100"/>
                    <a:pt x="64" y="102"/>
                  </a:cubicBezTo>
                  <a:cubicBezTo>
                    <a:pt x="64" y="101"/>
                    <a:pt x="64" y="100"/>
                    <a:pt x="64" y="99"/>
                  </a:cubicBezTo>
                  <a:cubicBezTo>
                    <a:pt x="70" y="93"/>
                    <a:pt x="77" y="94"/>
                    <a:pt x="85" y="8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2" y="77"/>
                    <a:pt x="80" y="79"/>
                    <a:pt x="78" y="81"/>
                  </a:cubicBezTo>
                  <a:cubicBezTo>
                    <a:pt x="78" y="80"/>
                    <a:pt x="78" y="79"/>
                    <a:pt x="79" y="77"/>
                  </a:cubicBezTo>
                  <a:cubicBezTo>
                    <a:pt x="81" y="75"/>
                    <a:pt x="83" y="74"/>
                    <a:pt x="85" y="72"/>
                  </a:cubicBezTo>
                  <a:lnTo>
                    <a:pt x="85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CA58FE03-1F5C-5ECF-D235-77F854F205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050" y="5634255"/>
              <a:ext cx="214188" cy="297548"/>
            </a:xfrm>
            <a:custGeom>
              <a:avLst/>
              <a:gdLst>
                <a:gd name="T0" fmla="*/ 21 w 98"/>
                <a:gd name="T1" fmla="*/ 0 h 137"/>
                <a:gd name="T2" fmla="*/ 14 w 98"/>
                <a:gd name="T3" fmla="*/ 12 h 137"/>
                <a:gd name="T4" fmla="*/ 14 w 98"/>
                <a:gd name="T5" fmla="*/ 37 h 137"/>
                <a:gd name="T6" fmla="*/ 15 w 98"/>
                <a:gd name="T7" fmla="*/ 39 h 137"/>
                <a:gd name="T8" fmla="*/ 24 w 98"/>
                <a:gd name="T9" fmla="*/ 16 h 137"/>
                <a:gd name="T10" fmla="*/ 16 w 98"/>
                <a:gd name="T11" fmla="*/ 26 h 137"/>
                <a:gd name="T12" fmla="*/ 21 w 98"/>
                <a:gd name="T13" fmla="*/ 0 h 137"/>
                <a:gd name="T14" fmla="*/ 14 w 98"/>
                <a:gd name="T15" fmla="*/ 85 h 137"/>
                <a:gd name="T16" fmla="*/ 14 w 98"/>
                <a:gd name="T17" fmla="*/ 76 h 137"/>
                <a:gd name="T18" fmla="*/ 21 w 98"/>
                <a:gd name="T19" fmla="*/ 81 h 137"/>
                <a:gd name="T20" fmla="*/ 19 w 98"/>
                <a:gd name="T21" fmla="*/ 77 h 137"/>
                <a:gd name="T22" fmla="*/ 14 w 98"/>
                <a:gd name="T23" fmla="*/ 72 h 137"/>
                <a:gd name="T24" fmla="*/ 14 w 98"/>
                <a:gd name="T25" fmla="*/ 45 h 137"/>
                <a:gd name="T26" fmla="*/ 14 w 98"/>
                <a:gd name="T27" fmla="*/ 47 h 137"/>
                <a:gd name="T28" fmla="*/ 23 w 98"/>
                <a:gd name="T29" fmla="*/ 32 h 137"/>
                <a:gd name="T30" fmla="*/ 16 w 98"/>
                <a:gd name="T31" fmla="*/ 64 h 137"/>
                <a:gd name="T32" fmla="*/ 18 w 98"/>
                <a:gd name="T33" fmla="*/ 66 h 137"/>
                <a:gd name="T34" fmla="*/ 24 w 98"/>
                <a:gd name="T35" fmla="*/ 48 h 137"/>
                <a:gd name="T36" fmla="*/ 22 w 98"/>
                <a:gd name="T37" fmla="*/ 78 h 137"/>
                <a:gd name="T38" fmla="*/ 22 w 98"/>
                <a:gd name="T39" fmla="*/ 82 h 137"/>
                <a:gd name="T40" fmla="*/ 28 w 98"/>
                <a:gd name="T41" fmla="*/ 85 h 137"/>
                <a:gd name="T42" fmla="*/ 29 w 98"/>
                <a:gd name="T43" fmla="*/ 67 h 137"/>
                <a:gd name="T44" fmla="*/ 36 w 98"/>
                <a:gd name="T45" fmla="*/ 100 h 137"/>
                <a:gd name="T46" fmla="*/ 36 w 98"/>
                <a:gd name="T47" fmla="*/ 102 h 137"/>
                <a:gd name="T48" fmla="*/ 45 w 98"/>
                <a:gd name="T49" fmla="*/ 106 h 137"/>
                <a:gd name="T50" fmla="*/ 40 w 98"/>
                <a:gd name="T51" fmla="*/ 87 h 137"/>
                <a:gd name="T52" fmla="*/ 55 w 98"/>
                <a:gd name="T53" fmla="*/ 114 h 137"/>
                <a:gd name="T54" fmla="*/ 55 w 98"/>
                <a:gd name="T55" fmla="*/ 117 h 137"/>
                <a:gd name="T56" fmla="*/ 65 w 98"/>
                <a:gd name="T57" fmla="*/ 122 h 137"/>
                <a:gd name="T58" fmla="*/ 66 w 98"/>
                <a:gd name="T59" fmla="*/ 123 h 137"/>
                <a:gd name="T60" fmla="*/ 65 w 98"/>
                <a:gd name="T61" fmla="*/ 121 h 137"/>
                <a:gd name="T62" fmla="*/ 56 w 98"/>
                <a:gd name="T63" fmla="*/ 104 h 137"/>
                <a:gd name="T64" fmla="*/ 83 w 98"/>
                <a:gd name="T65" fmla="*/ 125 h 137"/>
                <a:gd name="T66" fmla="*/ 97 w 98"/>
                <a:gd name="T67" fmla="*/ 130 h 137"/>
                <a:gd name="T68" fmla="*/ 97 w 98"/>
                <a:gd name="T69" fmla="*/ 132 h 137"/>
                <a:gd name="T70" fmla="*/ 85 w 98"/>
                <a:gd name="T71" fmla="*/ 132 h 137"/>
                <a:gd name="T72" fmla="*/ 49 w 98"/>
                <a:gd name="T73" fmla="*/ 128 h 137"/>
                <a:gd name="T74" fmla="*/ 70 w 98"/>
                <a:gd name="T75" fmla="*/ 126 h 137"/>
                <a:gd name="T76" fmla="*/ 67 w 98"/>
                <a:gd name="T77" fmla="*/ 125 h 137"/>
                <a:gd name="T78" fmla="*/ 30 w 98"/>
                <a:gd name="T79" fmla="*/ 112 h 137"/>
                <a:gd name="T80" fmla="*/ 53 w 98"/>
                <a:gd name="T81" fmla="*/ 117 h 137"/>
                <a:gd name="T82" fmla="*/ 53 w 98"/>
                <a:gd name="T83" fmla="*/ 117 h 137"/>
                <a:gd name="T84" fmla="*/ 51 w 98"/>
                <a:gd name="T85" fmla="*/ 114 h 137"/>
                <a:gd name="T86" fmla="*/ 18 w 98"/>
                <a:gd name="T87" fmla="*/ 96 h 137"/>
                <a:gd name="T88" fmla="*/ 35 w 98"/>
                <a:gd name="T89" fmla="*/ 102 h 137"/>
                <a:gd name="T90" fmla="*/ 34 w 98"/>
                <a:gd name="T91" fmla="*/ 99 h 137"/>
                <a:gd name="T92" fmla="*/ 14 w 98"/>
                <a:gd name="T93" fmla="*/ 85 h 137"/>
                <a:gd name="T94" fmla="*/ 14 w 98"/>
                <a:gd name="T95" fmla="*/ 12 h 137"/>
                <a:gd name="T96" fmla="*/ 12 w 98"/>
                <a:gd name="T97" fmla="*/ 24 h 137"/>
                <a:gd name="T98" fmla="*/ 4 w 98"/>
                <a:gd name="T99" fmla="*/ 9 h 137"/>
                <a:gd name="T100" fmla="*/ 14 w 98"/>
                <a:gd name="T101" fmla="*/ 37 h 137"/>
                <a:gd name="T102" fmla="*/ 14 w 98"/>
                <a:gd name="T103" fmla="*/ 12 h 137"/>
                <a:gd name="T104" fmla="*/ 14 w 98"/>
                <a:gd name="T105" fmla="*/ 45 h 137"/>
                <a:gd name="T106" fmla="*/ 14 w 98"/>
                <a:gd name="T107" fmla="*/ 72 h 137"/>
                <a:gd name="T108" fmla="*/ 1 w 98"/>
                <a:gd name="T109" fmla="*/ 52 h 137"/>
                <a:gd name="T110" fmla="*/ 12 w 98"/>
                <a:gd name="T111" fmla="*/ 59 h 137"/>
                <a:gd name="T112" fmla="*/ 1 w 98"/>
                <a:gd name="T113" fmla="*/ 26 h 137"/>
                <a:gd name="T114" fmla="*/ 14 w 98"/>
                <a:gd name="T115" fmla="*/ 45 h 137"/>
                <a:gd name="T116" fmla="*/ 14 w 98"/>
                <a:gd name="T117" fmla="*/ 76 h 137"/>
                <a:gd name="T118" fmla="*/ 14 w 98"/>
                <a:gd name="T119" fmla="*/ 85 h 137"/>
                <a:gd name="T120" fmla="*/ 6 w 98"/>
                <a:gd name="T121" fmla="*/ 73 h 137"/>
                <a:gd name="T122" fmla="*/ 14 w 98"/>
                <a:gd name="T123" fmla="*/ 7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" h="137">
                  <a:moveTo>
                    <a:pt x="21" y="0"/>
                  </a:moveTo>
                  <a:cubicBezTo>
                    <a:pt x="18" y="3"/>
                    <a:pt x="15" y="7"/>
                    <a:pt x="14" y="12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8"/>
                    <a:pt x="15" y="38"/>
                    <a:pt x="15" y="39"/>
                  </a:cubicBezTo>
                  <a:cubicBezTo>
                    <a:pt x="16" y="31"/>
                    <a:pt x="22" y="36"/>
                    <a:pt x="24" y="16"/>
                  </a:cubicBezTo>
                  <a:cubicBezTo>
                    <a:pt x="21" y="18"/>
                    <a:pt x="21" y="23"/>
                    <a:pt x="16" y="26"/>
                  </a:cubicBezTo>
                  <a:cubicBezTo>
                    <a:pt x="21" y="15"/>
                    <a:pt x="21" y="10"/>
                    <a:pt x="21" y="0"/>
                  </a:cubicBezTo>
                  <a:close/>
                  <a:moveTo>
                    <a:pt x="14" y="85"/>
                  </a:moveTo>
                  <a:cubicBezTo>
                    <a:pt x="14" y="76"/>
                    <a:pt x="14" y="76"/>
                    <a:pt x="14" y="76"/>
                  </a:cubicBezTo>
                  <a:cubicBezTo>
                    <a:pt x="16" y="77"/>
                    <a:pt x="19" y="79"/>
                    <a:pt x="21" y="81"/>
                  </a:cubicBezTo>
                  <a:cubicBezTo>
                    <a:pt x="21" y="80"/>
                    <a:pt x="20" y="79"/>
                    <a:pt x="19" y="77"/>
                  </a:cubicBezTo>
                  <a:cubicBezTo>
                    <a:pt x="17" y="75"/>
                    <a:pt x="15" y="74"/>
                    <a:pt x="14" y="72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7"/>
                  </a:cubicBezTo>
                  <a:cubicBezTo>
                    <a:pt x="17" y="40"/>
                    <a:pt x="19" y="37"/>
                    <a:pt x="23" y="32"/>
                  </a:cubicBezTo>
                  <a:cubicBezTo>
                    <a:pt x="23" y="51"/>
                    <a:pt x="16" y="51"/>
                    <a:pt x="16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0"/>
                    <a:pt x="21" y="53"/>
                    <a:pt x="24" y="48"/>
                  </a:cubicBezTo>
                  <a:cubicBezTo>
                    <a:pt x="24" y="58"/>
                    <a:pt x="28" y="70"/>
                    <a:pt x="22" y="78"/>
                  </a:cubicBezTo>
                  <a:cubicBezTo>
                    <a:pt x="22" y="80"/>
                    <a:pt x="22" y="81"/>
                    <a:pt x="22" y="82"/>
                  </a:cubicBezTo>
                  <a:cubicBezTo>
                    <a:pt x="24" y="83"/>
                    <a:pt x="26" y="85"/>
                    <a:pt x="28" y="85"/>
                  </a:cubicBezTo>
                  <a:cubicBezTo>
                    <a:pt x="27" y="79"/>
                    <a:pt x="27" y="72"/>
                    <a:pt x="29" y="67"/>
                  </a:cubicBezTo>
                  <a:cubicBezTo>
                    <a:pt x="31" y="77"/>
                    <a:pt x="38" y="86"/>
                    <a:pt x="36" y="100"/>
                  </a:cubicBezTo>
                  <a:cubicBezTo>
                    <a:pt x="36" y="100"/>
                    <a:pt x="36" y="102"/>
                    <a:pt x="36" y="102"/>
                  </a:cubicBezTo>
                  <a:cubicBezTo>
                    <a:pt x="39" y="103"/>
                    <a:pt x="42" y="104"/>
                    <a:pt x="45" y="106"/>
                  </a:cubicBezTo>
                  <a:cubicBezTo>
                    <a:pt x="40" y="101"/>
                    <a:pt x="39" y="92"/>
                    <a:pt x="40" y="87"/>
                  </a:cubicBezTo>
                  <a:cubicBezTo>
                    <a:pt x="47" y="96"/>
                    <a:pt x="56" y="104"/>
                    <a:pt x="55" y="114"/>
                  </a:cubicBezTo>
                  <a:cubicBezTo>
                    <a:pt x="55" y="115"/>
                    <a:pt x="55" y="116"/>
                    <a:pt x="55" y="117"/>
                  </a:cubicBezTo>
                  <a:cubicBezTo>
                    <a:pt x="58" y="118"/>
                    <a:pt x="61" y="119"/>
                    <a:pt x="65" y="122"/>
                  </a:cubicBezTo>
                  <a:cubicBezTo>
                    <a:pt x="65" y="123"/>
                    <a:pt x="66" y="123"/>
                    <a:pt x="66" y="123"/>
                  </a:cubicBezTo>
                  <a:cubicBezTo>
                    <a:pt x="66" y="123"/>
                    <a:pt x="66" y="122"/>
                    <a:pt x="65" y="121"/>
                  </a:cubicBezTo>
                  <a:cubicBezTo>
                    <a:pt x="61" y="117"/>
                    <a:pt x="59" y="110"/>
                    <a:pt x="56" y="104"/>
                  </a:cubicBezTo>
                  <a:cubicBezTo>
                    <a:pt x="71" y="116"/>
                    <a:pt x="75" y="115"/>
                    <a:pt x="83" y="125"/>
                  </a:cubicBezTo>
                  <a:cubicBezTo>
                    <a:pt x="85" y="128"/>
                    <a:pt x="94" y="130"/>
                    <a:pt x="97" y="130"/>
                  </a:cubicBezTo>
                  <a:cubicBezTo>
                    <a:pt x="98" y="130"/>
                    <a:pt x="98" y="132"/>
                    <a:pt x="97" y="132"/>
                  </a:cubicBezTo>
                  <a:cubicBezTo>
                    <a:pt x="94" y="131"/>
                    <a:pt x="87" y="132"/>
                    <a:pt x="85" y="132"/>
                  </a:cubicBezTo>
                  <a:cubicBezTo>
                    <a:pt x="72" y="137"/>
                    <a:pt x="62" y="135"/>
                    <a:pt x="49" y="128"/>
                  </a:cubicBezTo>
                  <a:cubicBezTo>
                    <a:pt x="56" y="128"/>
                    <a:pt x="63" y="128"/>
                    <a:pt x="70" y="126"/>
                  </a:cubicBezTo>
                  <a:cubicBezTo>
                    <a:pt x="69" y="125"/>
                    <a:pt x="68" y="125"/>
                    <a:pt x="67" y="125"/>
                  </a:cubicBezTo>
                  <a:cubicBezTo>
                    <a:pt x="51" y="128"/>
                    <a:pt x="41" y="123"/>
                    <a:pt x="30" y="112"/>
                  </a:cubicBezTo>
                  <a:cubicBezTo>
                    <a:pt x="40" y="114"/>
                    <a:pt x="47" y="115"/>
                    <a:pt x="53" y="117"/>
                  </a:cubicBezTo>
                  <a:cubicBezTo>
                    <a:pt x="53" y="117"/>
                    <a:pt x="53" y="117"/>
                    <a:pt x="53" y="117"/>
                  </a:cubicBezTo>
                  <a:cubicBezTo>
                    <a:pt x="53" y="115"/>
                    <a:pt x="51" y="114"/>
                    <a:pt x="51" y="114"/>
                  </a:cubicBezTo>
                  <a:cubicBezTo>
                    <a:pt x="40" y="110"/>
                    <a:pt x="29" y="114"/>
                    <a:pt x="18" y="96"/>
                  </a:cubicBezTo>
                  <a:cubicBezTo>
                    <a:pt x="24" y="100"/>
                    <a:pt x="29" y="100"/>
                    <a:pt x="35" y="102"/>
                  </a:cubicBezTo>
                  <a:cubicBezTo>
                    <a:pt x="35" y="101"/>
                    <a:pt x="35" y="100"/>
                    <a:pt x="34" y="99"/>
                  </a:cubicBezTo>
                  <a:cubicBezTo>
                    <a:pt x="28" y="93"/>
                    <a:pt x="21" y="94"/>
                    <a:pt x="14" y="85"/>
                  </a:cubicBezTo>
                  <a:close/>
                  <a:moveTo>
                    <a:pt x="14" y="12"/>
                  </a:moveTo>
                  <a:cubicBezTo>
                    <a:pt x="13" y="15"/>
                    <a:pt x="12" y="19"/>
                    <a:pt x="12" y="24"/>
                  </a:cubicBezTo>
                  <a:cubicBezTo>
                    <a:pt x="9" y="21"/>
                    <a:pt x="9" y="12"/>
                    <a:pt x="4" y="9"/>
                  </a:cubicBezTo>
                  <a:cubicBezTo>
                    <a:pt x="2" y="21"/>
                    <a:pt x="7" y="30"/>
                    <a:pt x="14" y="37"/>
                  </a:cubicBezTo>
                  <a:cubicBezTo>
                    <a:pt x="14" y="12"/>
                    <a:pt x="14" y="12"/>
                    <a:pt x="14" y="12"/>
                  </a:cubicBezTo>
                  <a:close/>
                  <a:moveTo>
                    <a:pt x="14" y="45"/>
                  </a:moveTo>
                  <a:cubicBezTo>
                    <a:pt x="14" y="72"/>
                    <a:pt x="14" y="72"/>
                    <a:pt x="14" y="72"/>
                  </a:cubicBezTo>
                  <a:cubicBezTo>
                    <a:pt x="7" y="67"/>
                    <a:pt x="2" y="61"/>
                    <a:pt x="1" y="52"/>
                  </a:cubicBezTo>
                  <a:cubicBezTo>
                    <a:pt x="4" y="55"/>
                    <a:pt x="9" y="57"/>
                    <a:pt x="12" y="59"/>
                  </a:cubicBezTo>
                  <a:cubicBezTo>
                    <a:pt x="6" y="50"/>
                    <a:pt x="0" y="39"/>
                    <a:pt x="1" y="26"/>
                  </a:cubicBezTo>
                  <a:cubicBezTo>
                    <a:pt x="4" y="36"/>
                    <a:pt x="10" y="38"/>
                    <a:pt x="14" y="45"/>
                  </a:cubicBezTo>
                  <a:close/>
                  <a:moveTo>
                    <a:pt x="14" y="76"/>
                  </a:moveTo>
                  <a:cubicBezTo>
                    <a:pt x="14" y="85"/>
                    <a:pt x="14" y="85"/>
                    <a:pt x="14" y="85"/>
                  </a:cubicBezTo>
                  <a:cubicBezTo>
                    <a:pt x="11" y="82"/>
                    <a:pt x="9" y="78"/>
                    <a:pt x="6" y="73"/>
                  </a:cubicBezTo>
                  <a:cubicBezTo>
                    <a:pt x="9" y="73"/>
                    <a:pt x="11" y="74"/>
                    <a:pt x="1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575B8255-0D63-8923-D7D2-C8430F7017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152" y="5585628"/>
              <a:ext cx="429534" cy="370487"/>
            </a:xfrm>
            <a:custGeom>
              <a:avLst/>
              <a:gdLst>
                <a:gd name="T0" fmla="*/ 270 w 371"/>
                <a:gd name="T1" fmla="*/ 147 h 320"/>
                <a:gd name="T2" fmla="*/ 255 w 371"/>
                <a:gd name="T3" fmla="*/ 106 h 320"/>
                <a:gd name="T4" fmla="*/ 255 w 371"/>
                <a:gd name="T5" fmla="*/ 15 h 320"/>
                <a:gd name="T6" fmla="*/ 232 w 371"/>
                <a:gd name="T7" fmla="*/ 0 h 320"/>
                <a:gd name="T8" fmla="*/ 255 w 371"/>
                <a:gd name="T9" fmla="*/ 75 h 320"/>
                <a:gd name="T10" fmla="*/ 255 w 371"/>
                <a:gd name="T11" fmla="*/ 106 h 320"/>
                <a:gd name="T12" fmla="*/ 255 w 371"/>
                <a:gd name="T13" fmla="*/ 147 h 320"/>
                <a:gd name="T14" fmla="*/ 232 w 371"/>
                <a:gd name="T15" fmla="*/ 243 h 320"/>
                <a:gd name="T16" fmla="*/ 249 w 371"/>
                <a:gd name="T17" fmla="*/ 183 h 320"/>
                <a:gd name="T18" fmla="*/ 240 w 371"/>
                <a:gd name="T19" fmla="*/ 147 h 320"/>
                <a:gd name="T20" fmla="*/ 232 w 371"/>
                <a:gd name="T21" fmla="*/ 0 h 320"/>
                <a:gd name="T22" fmla="*/ 232 w 371"/>
                <a:gd name="T23" fmla="*/ 106 h 320"/>
                <a:gd name="T24" fmla="*/ 232 w 371"/>
                <a:gd name="T25" fmla="*/ 132 h 320"/>
                <a:gd name="T26" fmla="*/ 232 w 371"/>
                <a:gd name="T27" fmla="*/ 168 h 320"/>
                <a:gd name="T28" fmla="*/ 221 w 371"/>
                <a:gd name="T29" fmla="*/ 192 h 320"/>
                <a:gd name="T30" fmla="*/ 219 w 371"/>
                <a:gd name="T31" fmla="*/ 233 h 320"/>
                <a:gd name="T32" fmla="*/ 210 w 371"/>
                <a:gd name="T33" fmla="*/ 207 h 320"/>
                <a:gd name="T34" fmla="*/ 210 w 371"/>
                <a:gd name="T35" fmla="*/ 153 h 320"/>
                <a:gd name="T36" fmla="*/ 187 w 371"/>
                <a:gd name="T37" fmla="*/ 290 h 320"/>
                <a:gd name="T38" fmla="*/ 187 w 371"/>
                <a:gd name="T39" fmla="*/ 249 h 320"/>
                <a:gd name="T40" fmla="*/ 210 w 371"/>
                <a:gd name="T41" fmla="*/ 15 h 320"/>
                <a:gd name="T42" fmla="*/ 187 w 371"/>
                <a:gd name="T43" fmla="*/ 90 h 320"/>
                <a:gd name="T44" fmla="*/ 187 w 371"/>
                <a:gd name="T45" fmla="*/ 106 h 320"/>
                <a:gd name="T46" fmla="*/ 210 w 371"/>
                <a:gd name="T47" fmla="*/ 147 h 320"/>
                <a:gd name="T48" fmla="*/ 210 w 371"/>
                <a:gd name="T49" fmla="*/ 213 h 320"/>
                <a:gd name="T50" fmla="*/ 187 w 371"/>
                <a:gd name="T51" fmla="*/ 207 h 320"/>
                <a:gd name="T52" fmla="*/ 187 w 371"/>
                <a:gd name="T53" fmla="*/ 171 h 320"/>
                <a:gd name="T54" fmla="*/ 187 w 371"/>
                <a:gd name="T55" fmla="*/ 290 h 320"/>
                <a:gd name="T56" fmla="*/ 187 w 371"/>
                <a:gd name="T57" fmla="*/ 269 h 320"/>
                <a:gd name="T58" fmla="*/ 166 w 371"/>
                <a:gd name="T59" fmla="*/ 15 h 320"/>
                <a:gd name="T60" fmla="*/ 166 w 371"/>
                <a:gd name="T61" fmla="*/ 75 h 320"/>
                <a:gd name="T62" fmla="*/ 187 w 371"/>
                <a:gd name="T63" fmla="*/ 106 h 320"/>
                <a:gd name="T64" fmla="*/ 187 w 371"/>
                <a:gd name="T65" fmla="*/ 171 h 320"/>
                <a:gd name="T66" fmla="*/ 187 w 371"/>
                <a:gd name="T67" fmla="*/ 207 h 320"/>
                <a:gd name="T68" fmla="*/ 166 w 371"/>
                <a:gd name="T69" fmla="*/ 213 h 320"/>
                <a:gd name="T70" fmla="*/ 166 w 371"/>
                <a:gd name="T71" fmla="*/ 147 h 320"/>
                <a:gd name="T72" fmla="*/ 187 w 371"/>
                <a:gd name="T73" fmla="*/ 249 h 320"/>
                <a:gd name="T74" fmla="*/ 142 w 371"/>
                <a:gd name="T75" fmla="*/ 15 h 320"/>
                <a:gd name="T76" fmla="*/ 142 w 371"/>
                <a:gd name="T77" fmla="*/ 75 h 320"/>
                <a:gd name="T78" fmla="*/ 166 w 371"/>
                <a:gd name="T79" fmla="*/ 106 h 320"/>
                <a:gd name="T80" fmla="*/ 166 w 371"/>
                <a:gd name="T81" fmla="*/ 153 h 320"/>
                <a:gd name="T82" fmla="*/ 166 w 371"/>
                <a:gd name="T83" fmla="*/ 207 h 320"/>
                <a:gd name="T84" fmla="*/ 153 w 371"/>
                <a:gd name="T85" fmla="*/ 233 h 320"/>
                <a:gd name="T86" fmla="*/ 142 w 371"/>
                <a:gd name="T87" fmla="*/ 241 h 320"/>
                <a:gd name="T88" fmla="*/ 159 w 371"/>
                <a:gd name="T89" fmla="*/ 181 h 320"/>
                <a:gd name="T90" fmla="*/ 142 w 371"/>
                <a:gd name="T91" fmla="*/ 154 h 320"/>
                <a:gd name="T92" fmla="*/ 142 w 371"/>
                <a:gd name="T93" fmla="*/ 15 h 320"/>
                <a:gd name="T94" fmla="*/ 119 w 371"/>
                <a:gd name="T95" fmla="*/ 90 h 320"/>
                <a:gd name="T96" fmla="*/ 119 w 371"/>
                <a:gd name="T97" fmla="*/ 106 h 320"/>
                <a:gd name="T98" fmla="*/ 142 w 371"/>
                <a:gd name="T99" fmla="*/ 126 h 320"/>
                <a:gd name="T100" fmla="*/ 130 w 371"/>
                <a:gd name="T101" fmla="*/ 171 h 320"/>
                <a:gd name="T102" fmla="*/ 142 w 371"/>
                <a:gd name="T103" fmla="*/ 207 h 320"/>
                <a:gd name="T104" fmla="*/ 119 w 371"/>
                <a:gd name="T105" fmla="*/ 147 h 320"/>
                <a:gd name="T106" fmla="*/ 119 w 371"/>
                <a:gd name="T107" fmla="*/ 75 h 320"/>
                <a:gd name="T108" fmla="*/ 93 w 371"/>
                <a:gd name="T109" fmla="*/ 126 h 320"/>
                <a:gd name="T110" fmla="*/ 106 w 371"/>
                <a:gd name="T111" fmla="*/ 15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320">
                  <a:moveTo>
                    <a:pt x="255" y="203"/>
                  </a:moveTo>
                  <a:lnTo>
                    <a:pt x="255" y="168"/>
                  </a:lnTo>
                  <a:lnTo>
                    <a:pt x="257" y="168"/>
                  </a:lnTo>
                  <a:lnTo>
                    <a:pt x="266" y="153"/>
                  </a:lnTo>
                  <a:lnTo>
                    <a:pt x="255" y="153"/>
                  </a:lnTo>
                  <a:lnTo>
                    <a:pt x="255" y="147"/>
                  </a:lnTo>
                  <a:lnTo>
                    <a:pt x="270" y="147"/>
                  </a:lnTo>
                  <a:lnTo>
                    <a:pt x="277" y="132"/>
                  </a:lnTo>
                  <a:lnTo>
                    <a:pt x="255" y="132"/>
                  </a:lnTo>
                  <a:lnTo>
                    <a:pt x="255" y="126"/>
                  </a:lnTo>
                  <a:lnTo>
                    <a:pt x="281" y="126"/>
                  </a:lnTo>
                  <a:lnTo>
                    <a:pt x="290" y="111"/>
                  </a:lnTo>
                  <a:lnTo>
                    <a:pt x="255" y="111"/>
                  </a:lnTo>
                  <a:lnTo>
                    <a:pt x="255" y="106"/>
                  </a:lnTo>
                  <a:lnTo>
                    <a:pt x="292" y="106"/>
                  </a:lnTo>
                  <a:lnTo>
                    <a:pt x="302" y="90"/>
                  </a:lnTo>
                  <a:lnTo>
                    <a:pt x="255" y="90"/>
                  </a:lnTo>
                  <a:lnTo>
                    <a:pt x="255" y="75"/>
                  </a:lnTo>
                  <a:lnTo>
                    <a:pt x="311" y="75"/>
                  </a:lnTo>
                  <a:lnTo>
                    <a:pt x="345" y="15"/>
                  </a:lnTo>
                  <a:lnTo>
                    <a:pt x="255" y="15"/>
                  </a:lnTo>
                  <a:lnTo>
                    <a:pt x="255" y="0"/>
                  </a:lnTo>
                  <a:lnTo>
                    <a:pt x="371" y="0"/>
                  </a:lnTo>
                  <a:lnTo>
                    <a:pt x="255" y="203"/>
                  </a:lnTo>
                  <a:close/>
                  <a:moveTo>
                    <a:pt x="255" y="0"/>
                  </a:moveTo>
                  <a:lnTo>
                    <a:pt x="255" y="15"/>
                  </a:lnTo>
                  <a:lnTo>
                    <a:pt x="232" y="15"/>
                  </a:lnTo>
                  <a:lnTo>
                    <a:pt x="232" y="0"/>
                  </a:lnTo>
                  <a:lnTo>
                    <a:pt x="255" y="0"/>
                  </a:lnTo>
                  <a:lnTo>
                    <a:pt x="255" y="0"/>
                  </a:lnTo>
                  <a:close/>
                  <a:moveTo>
                    <a:pt x="255" y="75"/>
                  </a:moveTo>
                  <a:lnTo>
                    <a:pt x="255" y="90"/>
                  </a:lnTo>
                  <a:lnTo>
                    <a:pt x="232" y="90"/>
                  </a:lnTo>
                  <a:lnTo>
                    <a:pt x="232" y="75"/>
                  </a:lnTo>
                  <a:lnTo>
                    <a:pt x="255" y="75"/>
                  </a:lnTo>
                  <a:lnTo>
                    <a:pt x="255" y="75"/>
                  </a:lnTo>
                  <a:close/>
                  <a:moveTo>
                    <a:pt x="255" y="106"/>
                  </a:moveTo>
                  <a:lnTo>
                    <a:pt x="255" y="111"/>
                  </a:lnTo>
                  <a:lnTo>
                    <a:pt x="232" y="111"/>
                  </a:lnTo>
                  <a:lnTo>
                    <a:pt x="232" y="106"/>
                  </a:lnTo>
                  <a:lnTo>
                    <a:pt x="255" y="106"/>
                  </a:lnTo>
                  <a:lnTo>
                    <a:pt x="255" y="106"/>
                  </a:lnTo>
                  <a:close/>
                  <a:moveTo>
                    <a:pt x="255" y="126"/>
                  </a:moveTo>
                  <a:lnTo>
                    <a:pt x="255" y="132"/>
                  </a:lnTo>
                  <a:lnTo>
                    <a:pt x="232" y="132"/>
                  </a:lnTo>
                  <a:lnTo>
                    <a:pt x="232" y="126"/>
                  </a:lnTo>
                  <a:lnTo>
                    <a:pt x="255" y="126"/>
                  </a:lnTo>
                  <a:lnTo>
                    <a:pt x="255" y="126"/>
                  </a:lnTo>
                  <a:close/>
                  <a:moveTo>
                    <a:pt x="255" y="147"/>
                  </a:moveTo>
                  <a:lnTo>
                    <a:pt x="255" y="153"/>
                  </a:lnTo>
                  <a:lnTo>
                    <a:pt x="242" y="153"/>
                  </a:lnTo>
                  <a:lnTo>
                    <a:pt x="251" y="168"/>
                  </a:lnTo>
                  <a:lnTo>
                    <a:pt x="251" y="168"/>
                  </a:lnTo>
                  <a:lnTo>
                    <a:pt x="255" y="168"/>
                  </a:lnTo>
                  <a:lnTo>
                    <a:pt x="255" y="203"/>
                  </a:lnTo>
                  <a:lnTo>
                    <a:pt x="232" y="243"/>
                  </a:lnTo>
                  <a:lnTo>
                    <a:pt x="232" y="207"/>
                  </a:lnTo>
                  <a:lnTo>
                    <a:pt x="234" y="207"/>
                  </a:lnTo>
                  <a:lnTo>
                    <a:pt x="243" y="192"/>
                  </a:lnTo>
                  <a:lnTo>
                    <a:pt x="232" y="192"/>
                  </a:lnTo>
                  <a:lnTo>
                    <a:pt x="232" y="188"/>
                  </a:lnTo>
                  <a:lnTo>
                    <a:pt x="245" y="188"/>
                  </a:lnTo>
                  <a:lnTo>
                    <a:pt x="249" y="183"/>
                  </a:lnTo>
                  <a:lnTo>
                    <a:pt x="242" y="171"/>
                  </a:lnTo>
                  <a:lnTo>
                    <a:pt x="232" y="171"/>
                  </a:lnTo>
                  <a:lnTo>
                    <a:pt x="232" y="168"/>
                  </a:lnTo>
                  <a:lnTo>
                    <a:pt x="240" y="168"/>
                  </a:lnTo>
                  <a:lnTo>
                    <a:pt x="232" y="154"/>
                  </a:lnTo>
                  <a:lnTo>
                    <a:pt x="232" y="134"/>
                  </a:lnTo>
                  <a:lnTo>
                    <a:pt x="240" y="147"/>
                  </a:lnTo>
                  <a:lnTo>
                    <a:pt x="255" y="147"/>
                  </a:lnTo>
                  <a:close/>
                  <a:moveTo>
                    <a:pt x="232" y="0"/>
                  </a:moveTo>
                  <a:lnTo>
                    <a:pt x="232" y="15"/>
                  </a:lnTo>
                  <a:lnTo>
                    <a:pt x="210" y="15"/>
                  </a:lnTo>
                  <a:lnTo>
                    <a:pt x="210" y="0"/>
                  </a:lnTo>
                  <a:lnTo>
                    <a:pt x="232" y="0"/>
                  </a:lnTo>
                  <a:lnTo>
                    <a:pt x="232" y="0"/>
                  </a:lnTo>
                  <a:close/>
                  <a:moveTo>
                    <a:pt x="232" y="75"/>
                  </a:moveTo>
                  <a:lnTo>
                    <a:pt x="232" y="90"/>
                  </a:lnTo>
                  <a:lnTo>
                    <a:pt x="210" y="90"/>
                  </a:lnTo>
                  <a:lnTo>
                    <a:pt x="210" y="75"/>
                  </a:lnTo>
                  <a:lnTo>
                    <a:pt x="232" y="75"/>
                  </a:lnTo>
                  <a:lnTo>
                    <a:pt x="232" y="75"/>
                  </a:lnTo>
                  <a:close/>
                  <a:moveTo>
                    <a:pt x="232" y="106"/>
                  </a:moveTo>
                  <a:lnTo>
                    <a:pt x="232" y="111"/>
                  </a:lnTo>
                  <a:lnTo>
                    <a:pt x="210" y="111"/>
                  </a:lnTo>
                  <a:lnTo>
                    <a:pt x="210" y="106"/>
                  </a:lnTo>
                  <a:lnTo>
                    <a:pt x="232" y="106"/>
                  </a:lnTo>
                  <a:lnTo>
                    <a:pt x="232" y="106"/>
                  </a:lnTo>
                  <a:close/>
                  <a:moveTo>
                    <a:pt x="232" y="126"/>
                  </a:moveTo>
                  <a:lnTo>
                    <a:pt x="232" y="132"/>
                  </a:lnTo>
                  <a:lnTo>
                    <a:pt x="230" y="132"/>
                  </a:lnTo>
                  <a:lnTo>
                    <a:pt x="232" y="134"/>
                  </a:lnTo>
                  <a:lnTo>
                    <a:pt x="232" y="154"/>
                  </a:lnTo>
                  <a:lnTo>
                    <a:pt x="230" y="153"/>
                  </a:lnTo>
                  <a:lnTo>
                    <a:pt x="230" y="153"/>
                  </a:lnTo>
                  <a:lnTo>
                    <a:pt x="221" y="168"/>
                  </a:lnTo>
                  <a:lnTo>
                    <a:pt x="232" y="168"/>
                  </a:lnTo>
                  <a:lnTo>
                    <a:pt x="232" y="171"/>
                  </a:lnTo>
                  <a:lnTo>
                    <a:pt x="219" y="171"/>
                  </a:lnTo>
                  <a:lnTo>
                    <a:pt x="215" y="181"/>
                  </a:lnTo>
                  <a:lnTo>
                    <a:pt x="219" y="188"/>
                  </a:lnTo>
                  <a:lnTo>
                    <a:pt x="232" y="188"/>
                  </a:lnTo>
                  <a:lnTo>
                    <a:pt x="232" y="192"/>
                  </a:lnTo>
                  <a:lnTo>
                    <a:pt x="221" y="192"/>
                  </a:lnTo>
                  <a:lnTo>
                    <a:pt x="230" y="207"/>
                  </a:lnTo>
                  <a:lnTo>
                    <a:pt x="232" y="207"/>
                  </a:lnTo>
                  <a:lnTo>
                    <a:pt x="232" y="243"/>
                  </a:lnTo>
                  <a:lnTo>
                    <a:pt x="210" y="282"/>
                  </a:lnTo>
                  <a:lnTo>
                    <a:pt x="210" y="249"/>
                  </a:lnTo>
                  <a:lnTo>
                    <a:pt x="211" y="249"/>
                  </a:lnTo>
                  <a:lnTo>
                    <a:pt x="219" y="233"/>
                  </a:lnTo>
                  <a:lnTo>
                    <a:pt x="210" y="233"/>
                  </a:lnTo>
                  <a:lnTo>
                    <a:pt x="210" y="228"/>
                  </a:lnTo>
                  <a:lnTo>
                    <a:pt x="223" y="228"/>
                  </a:lnTo>
                  <a:lnTo>
                    <a:pt x="226" y="222"/>
                  </a:lnTo>
                  <a:lnTo>
                    <a:pt x="221" y="213"/>
                  </a:lnTo>
                  <a:lnTo>
                    <a:pt x="210" y="213"/>
                  </a:lnTo>
                  <a:lnTo>
                    <a:pt x="210" y="207"/>
                  </a:lnTo>
                  <a:lnTo>
                    <a:pt x="219" y="207"/>
                  </a:lnTo>
                  <a:lnTo>
                    <a:pt x="210" y="190"/>
                  </a:lnTo>
                  <a:lnTo>
                    <a:pt x="210" y="190"/>
                  </a:lnTo>
                  <a:lnTo>
                    <a:pt x="210" y="169"/>
                  </a:lnTo>
                  <a:lnTo>
                    <a:pt x="210" y="169"/>
                  </a:lnTo>
                  <a:lnTo>
                    <a:pt x="219" y="153"/>
                  </a:lnTo>
                  <a:lnTo>
                    <a:pt x="210" y="153"/>
                  </a:lnTo>
                  <a:lnTo>
                    <a:pt x="210" y="147"/>
                  </a:lnTo>
                  <a:lnTo>
                    <a:pt x="221" y="147"/>
                  </a:lnTo>
                  <a:lnTo>
                    <a:pt x="230" y="132"/>
                  </a:lnTo>
                  <a:lnTo>
                    <a:pt x="210" y="132"/>
                  </a:lnTo>
                  <a:lnTo>
                    <a:pt x="210" y="126"/>
                  </a:lnTo>
                  <a:lnTo>
                    <a:pt x="232" y="126"/>
                  </a:lnTo>
                  <a:close/>
                  <a:moveTo>
                    <a:pt x="187" y="290"/>
                  </a:moveTo>
                  <a:lnTo>
                    <a:pt x="196" y="273"/>
                  </a:lnTo>
                  <a:lnTo>
                    <a:pt x="187" y="273"/>
                  </a:lnTo>
                  <a:lnTo>
                    <a:pt x="187" y="269"/>
                  </a:lnTo>
                  <a:lnTo>
                    <a:pt x="198" y="269"/>
                  </a:lnTo>
                  <a:lnTo>
                    <a:pt x="208" y="254"/>
                  </a:lnTo>
                  <a:lnTo>
                    <a:pt x="187" y="254"/>
                  </a:lnTo>
                  <a:lnTo>
                    <a:pt x="187" y="249"/>
                  </a:lnTo>
                  <a:lnTo>
                    <a:pt x="210" y="249"/>
                  </a:lnTo>
                  <a:lnTo>
                    <a:pt x="210" y="282"/>
                  </a:lnTo>
                  <a:lnTo>
                    <a:pt x="187" y="320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210" y="0"/>
                  </a:moveTo>
                  <a:lnTo>
                    <a:pt x="210" y="15"/>
                  </a:lnTo>
                  <a:lnTo>
                    <a:pt x="187" y="15"/>
                  </a:lnTo>
                  <a:lnTo>
                    <a:pt x="187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10" y="75"/>
                  </a:moveTo>
                  <a:lnTo>
                    <a:pt x="210" y="90"/>
                  </a:lnTo>
                  <a:lnTo>
                    <a:pt x="187" y="90"/>
                  </a:lnTo>
                  <a:lnTo>
                    <a:pt x="187" y="75"/>
                  </a:lnTo>
                  <a:lnTo>
                    <a:pt x="210" y="75"/>
                  </a:lnTo>
                  <a:lnTo>
                    <a:pt x="210" y="75"/>
                  </a:lnTo>
                  <a:close/>
                  <a:moveTo>
                    <a:pt x="210" y="106"/>
                  </a:moveTo>
                  <a:lnTo>
                    <a:pt x="210" y="111"/>
                  </a:lnTo>
                  <a:lnTo>
                    <a:pt x="187" y="111"/>
                  </a:lnTo>
                  <a:lnTo>
                    <a:pt x="187" y="106"/>
                  </a:lnTo>
                  <a:lnTo>
                    <a:pt x="210" y="106"/>
                  </a:lnTo>
                  <a:lnTo>
                    <a:pt x="210" y="106"/>
                  </a:lnTo>
                  <a:close/>
                  <a:moveTo>
                    <a:pt x="210" y="126"/>
                  </a:moveTo>
                  <a:lnTo>
                    <a:pt x="210" y="132"/>
                  </a:lnTo>
                  <a:lnTo>
                    <a:pt x="187" y="132"/>
                  </a:lnTo>
                  <a:lnTo>
                    <a:pt x="194" y="147"/>
                  </a:lnTo>
                  <a:lnTo>
                    <a:pt x="210" y="147"/>
                  </a:lnTo>
                  <a:lnTo>
                    <a:pt x="210" y="153"/>
                  </a:lnTo>
                  <a:lnTo>
                    <a:pt x="198" y="153"/>
                  </a:lnTo>
                  <a:lnTo>
                    <a:pt x="210" y="169"/>
                  </a:lnTo>
                  <a:lnTo>
                    <a:pt x="210" y="190"/>
                  </a:lnTo>
                  <a:lnTo>
                    <a:pt x="198" y="207"/>
                  </a:lnTo>
                  <a:lnTo>
                    <a:pt x="210" y="207"/>
                  </a:lnTo>
                  <a:lnTo>
                    <a:pt x="210" y="213"/>
                  </a:lnTo>
                  <a:lnTo>
                    <a:pt x="196" y="213"/>
                  </a:lnTo>
                  <a:lnTo>
                    <a:pt x="187" y="228"/>
                  </a:lnTo>
                  <a:lnTo>
                    <a:pt x="210" y="228"/>
                  </a:lnTo>
                  <a:lnTo>
                    <a:pt x="210" y="233"/>
                  </a:lnTo>
                  <a:lnTo>
                    <a:pt x="187" y="233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96" y="192"/>
                  </a:lnTo>
                  <a:lnTo>
                    <a:pt x="187" y="192"/>
                  </a:lnTo>
                  <a:lnTo>
                    <a:pt x="187" y="188"/>
                  </a:lnTo>
                  <a:lnTo>
                    <a:pt x="198" y="188"/>
                  </a:lnTo>
                  <a:lnTo>
                    <a:pt x="202" y="181"/>
                  </a:lnTo>
                  <a:lnTo>
                    <a:pt x="198" y="171"/>
                  </a:lnTo>
                  <a:lnTo>
                    <a:pt x="187" y="171"/>
                  </a:lnTo>
                  <a:lnTo>
                    <a:pt x="187" y="168"/>
                  </a:lnTo>
                  <a:lnTo>
                    <a:pt x="194" y="168"/>
                  </a:lnTo>
                  <a:lnTo>
                    <a:pt x="187" y="153"/>
                  </a:lnTo>
                  <a:lnTo>
                    <a:pt x="187" y="153"/>
                  </a:lnTo>
                  <a:lnTo>
                    <a:pt x="187" y="126"/>
                  </a:lnTo>
                  <a:lnTo>
                    <a:pt x="210" y="126"/>
                  </a:lnTo>
                  <a:close/>
                  <a:moveTo>
                    <a:pt x="187" y="290"/>
                  </a:moveTo>
                  <a:lnTo>
                    <a:pt x="187" y="290"/>
                  </a:lnTo>
                  <a:lnTo>
                    <a:pt x="187" y="320"/>
                  </a:lnTo>
                  <a:lnTo>
                    <a:pt x="187" y="320"/>
                  </a:lnTo>
                  <a:lnTo>
                    <a:pt x="166" y="286"/>
                  </a:lnTo>
                  <a:lnTo>
                    <a:pt x="166" y="256"/>
                  </a:lnTo>
                  <a:lnTo>
                    <a:pt x="174" y="269"/>
                  </a:lnTo>
                  <a:lnTo>
                    <a:pt x="187" y="269"/>
                  </a:lnTo>
                  <a:lnTo>
                    <a:pt x="187" y="273"/>
                  </a:lnTo>
                  <a:lnTo>
                    <a:pt x="177" y="273"/>
                  </a:lnTo>
                  <a:lnTo>
                    <a:pt x="187" y="290"/>
                  </a:lnTo>
                  <a:lnTo>
                    <a:pt x="187" y="290"/>
                  </a:lnTo>
                  <a:close/>
                  <a:moveTo>
                    <a:pt x="187" y="0"/>
                  </a:moveTo>
                  <a:lnTo>
                    <a:pt x="187" y="15"/>
                  </a:lnTo>
                  <a:lnTo>
                    <a:pt x="166" y="15"/>
                  </a:lnTo>
                  <a:lnTo>
                    <a:pt x="166" y="0"/>
                  </a:lnTo>
                  <a:lnTo>
                    <a:pt x="187" y="0"/>
                  </a:lnTo>
                  <a:lnTo>
                    <a:pt x="187" y="0"/>
                  </a:lnTo>
                  <a:close/>
                  <a:moveTo>
                    <a:pt x="187" y="75"/>
                  </a:moveTo>
                  <a:lnTo>
                    <a:pt x="187" y="90"/>
                  </a:lnTo>
                  <a:lnTo>
                    <a:pt x="166" y="90"/>
                  </a:lnTo>
                  <a:lnTo>
                    <a:pt x="166" y="75"/>
                  </a:lnTo>
                  <a:lnTo>
                    <a:pt x="187" y="75"/>
                  </a:lnTo>
                  <a:lnTo>
                    <a:pt x="187" y="75"/>
                  </a:lnTo>
                  <a:close/>
                  <a:moveTo>
                    <a:pt x="187" y="106"/>
                  </a:moveTo>
                  <a:lnTo>
                    <a:pt x="187" y="111"/>
                  </a:lnTo>
                  <a:lnTo>
                    <a:pt x="166" y="111"/>
                  </a:lnTo>
                  <a:lnTo>
                    <a:pt x="166" y="106"/>
                  </a:lnTo>
                  <a:lnTo>
                    <a:pt x="187" y="106"/>
                  </a:lnTo>
                  <a:lnTo>
                    <a:pt x="187" y="106"/>
                  </a:lnTo>
                  <a:close/>
                  <a:moveTo>
                    <a:pt x="187" y="126"/>
                  </a:moveTo>
                  <a:lnTo>
                    <a:pt x="187" y="153"/>
                  </a:lnTo>
                  <a:lnTo>
                    <a:pt x="187" y="153"/>
                  </a:lnTo>
                  <a:lnTo>
                    <a:pt x="177" y="168"/>
                  </a:lnTo>
                  <a:lnTo>
                    <a:pt x="187" y="168"/>
                  </a:lnTo>
                  <a:lnTo>
                    <a:pt x="187" y="171"/>
                  </a:lnTo>
                  <a:lnTo>
                    <a:pt x="174" y="171"/>
                  </a:lnTo>
                  <a:lnTo>
                    <a:pt x="170" y="181"/>
                  </a:lnTo>
                  <a:lnTo>
                    <a:pt x="174" y="188"/>
                  </a:lnTo>
                  <a:lnTo>
                    <a:pt x="187" y="188"/>
                  </a:lnTo>
                  <a:lnTo>
                    <a:pt x="187" y="192"/>
                  </a:lnTo>
                  <a:lnTo>
                    <a:pt x="177" y="192"/>
                  </a:lnTo>
                  <a:lnTo>
                    <a:pt x="187" y="207"/>
                  </a:lnTo>
                  <a:lnTo>
                    <a:pt x="187" y="207"/>
                  </a:lnTo>
                  <a:lnTo>
                    <a:pt x="187" y="233"/>
                  </a:lnTo>
                  <a:lnTo>
                    <a:pt x="166" y="233"/>
                  </a:lnTo>
                  <a:lnTo>
                    <a:pt x="166" y="228"/>
                  </a:lnTo>
                  <a:lnTo>
                    <a:pt x="187" y="228"/>
                  </a:lnTo>
                  <a:lnTo>
                    <a:pt x="177" y="213"/>
                  </a:lnTo>
                  <a:lnTo>
                    <a:pt x="166" y="213"/>
                  </a:lnTo>
                  <a:lnTo>
                    <a:pt x="166" y="207"/>
                  </a:lnTo>
                  <a:lnTo>
                    <a:pt x="174" y="207"/>
                  </a:lnTo>
                  <a:lnTo>
                    <a:pt x="166" y="194"/>
                  </a:lnTo>
                  <a:lnTo>
                    <a:pt x="166" y="166"/>
                  </a:lnTo>
                  <a:lnTo>
                    <a:pt x="174" y="153"/>
                  </a:lnTo>
                  <a:lnTo>
                    <a:pt x="166" y="153"/>
                  </a:lnTo>
                  <a:lnTo>
                    <a:pt x="166" y="147"/>
                  </a:lnTo>
                  <a:lnTo>
                    <a:pt x="177" y="147"/>
                  </a:lnTo>
                  <a:lnTo>
                    <a:pt x="187" y="132"/>
                  </a:lnTo>
                  <a:lnTo>
                    <a:pt x="166" y="132"/>
                  </a:lnTo>
                  <a:lnTo>
                    <a:pt x="166" y="126"/>
                  </a:lnTo>
                  <a:lnTo>
                    <a:pt x="187" y="126"/>
                  </a:lnTo>
                  <a:lnTo>
                    <a:pt x="187" y="126"/>
                  </a:lnTo>
                  <a:close/>
                  <a:moveTo>
                    <a:pt x="187" y="249"/>
                  </a:moveTo>
                  <a:lnTo>
                    <a:pt x="187" y="254"/>
                  </a:lnTo>
                  <a:lnTo>
                    <a:pt x="166" y="254"/>
                  </a:lnTo>
                  <a:lnTo>
                    <a:pt x="166" y="249"/>
                  </a:lnTo>
                  <a:lnTo>
                    <a:pt x="187" y="249"/>
                  </a:lnTo>
                  <a:close/>
                  <a:moveTo>
                    <a:pt x="166" y="0"/>
                  </a:moveTo>
                  <a:lnTo>
                    <a:pt x="166" y="15"/>
                  </a:lnTo>
                  <a:lnTo>
                    <a:pt x="142" y="15"/>
                  </a:lnTo>
                  <a:lnTo>
                    <a:pt x="142" y="0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166" y="75"/>
                  </a:moveTo>
                  <a:lnTo>
                    <a:pt x="166" y="90"/>
                  </a:lnTo>
                  <a:lnTo>
                    <a:pt x="142" y="90"/>
                  </a:lnTo>
                  <a:lnTo>
                    <a:pt x="142" y="75"/>
                  </a:lnTo>
                  <a:lnTo>
                    <a:pt x="166" y="75"/>
                  </a:lnTo>
                  <a:lnTo>
                    <a:pt x="166" y="75"/>
                  </a:lnTo>
                  <a:close/>
                  <a:moveTo>
                    <a:pt x="166" y="106"/>
                  </a:moveTo>
                  <a:lnTo>
                    <a:pt x="166" y="111"/>
                  </a:lnTo>
                  <a:lnTo>
                    <a:pt x="142" y="111"/>
                  </a:lnTo>
                  <a:lnTo>
                    <a:pt x="142" y="106"/>
                  </a:lnTo>
                  <a:lnTo>
                    <a:pt x="166" y="106"/>
                  </a:lnTo>
                  <a:lnTo>
                    <a:pt x="166" y="106"/>
                  </a:lnTo>
                  <a:close/>
                  <a:moveTo>
                    <a:pt x="166" y="126"/>
                  </a:moveTo>
                  <a:lnTo>
                    <a:pt x="166" y="132"/>
                  </a:lnTo>
                  <a:lnTo>
                    <a:pt x="142" y="132"/>
                  </a:lnTo>
                  <a:lnTo>
                    <a:pt x="151" y="147"/>
                  </a:lnTo>
                  <a:lnTo>
                    <a:pt x="166" y="147"/>
                  </a:lnTo>
                  <a:lnTo>
                    <a:pt x="166" y="153"/>
                  </a:lnTo>
                  <a:lnTo>
                    <a:pt x="153" y="153"/>
                  </a:lnTo>
                  <a:lnTo>
                    <a:pt x="164" y="169"/>
                  </a:lnTo>
                  <a:lnTo>
                    <a:pt x="166" y="166"/>
                  </a:lnTo>
                  <a:lnTo>
                    <a:pt x="166" y="194"/>
                  </a:lnTo>
                  <a:lnTo>
                    <a:pt x="164" y="190"/>
                  </a:lnTo>
                  <a:lnTo>
                    <a:pt x="155" y="207"/>
                  </a:lnTo>
                  <a:lnTo>
                    <a:pt x="166" y="207"/>
                  </a:lnTo>
                  <a:lnTo>
                    <a:pt x="166" y="213"/>
                  </a:lnTo>
                  <a:lnTo>
                    <a:pt x="151" y="213"/>
                  </a:lnTo>
                  <a:lnTo>
                    <a:pt x="145" y="222"/>
                  </a:lnTo>
                  <a:lnTo>
                    <a:pt x="151" y="228"/>
                  </a:lnTo>
                  <a:lnTo>
                    <a:pt x="166" y="228"/>
                  </a:lnTo>
                  <a:lnTo>
                    <a:pt x="166" y="233"/>
                  </a:lnTo>
                  <a:lnTo>
                    <a:pt x="153" y="233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6" y="254"/>
                  </a:lnTo>
                  <a:lnTo>
                    <a:pt x="166" y="254"/>
                  </a:lnTo>
                  <a:lnTo>
                    <a:pt x="166" y="256"/>
                  </a:lnTo>
                  <a:lnTo>
                    <a:pt x="166" y="286"/>
                  </a:lnTo>
                  <a:lnTo>
                    <a:pt x="142" y="241"/>
                  </a:lnTo>
                  <a:lnTo>
                    <a:pt x="142" y="207"/>
                  </a:lnTo>
                  <a:lnTo>
                    <a:pt x="142" y="207"/>
                  </a:lnTo>
                  <a:lnTo>
                    <a:pt x="151" y="192"/>
                  </a:lnTo>
                  <a:lnTo>
                    <a:pt x="142" y="192"/>
                  </a:lnTo>
                  <a:lnTo>
                    <a:pt x="142" y="188"/>
                  </a:lnTo>
                  <a:lnTo>
                    <a:pt x="155" y="188"/>
                  </a:lnTo>
                  <a:lnTo>
                    <a:pt x="159" y="181"/>
                  </a:lnTo>
                  <a:lnTo>
                    <a:pt x="153" y="171"/>
                  </a:lnTo>
                  <a:lnTo>
                    <a:pt x="142" y="171"/>
                  </a:lnTo>
                  <a:lnTo>
                    <a:pt x="142" y="168"/>
                  </a:lnTo>
                  <a:lnTo>
                    <a:pt x="151" y="168"/>
                  </a:lnTo>
                  <a:lnTo>
                    <a:pt x="142" y="153"/>
                  </a:lnTo>
                  <a:lnTo>
                    <a:pt x="142" y="153"/>
                  </a:lnTo>
                  <a:lnTo>
                    <a:pt x="142" y="154"/>
                  </a:lnTo>
                  <a:lnTo>
                    <a:pt x="142" y="134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42" y="126"/>
                  </a:lnTo>
                  <a:lnTo>
                    <a:pt x="166" y="126"/>
                  </a:lnTo>
                  <a:close/>
                  <a:moveTo>
                    <a:pt x="142" y="0"/>
                  </a:moveTo>
                  <a:lnTo>
                    <a:pt x="142" y="15"/>
                  </a:lnTo>
                  <a:lnTo>
                    <a:pt x="119" y="15"/>
                  </a:lnTo>
                  <a:lnTo>
                    <a:pt x="119" y="0"/>
                  </a:lnTo>
                  <a:lnTo>
                    <a:pt x="142" y="0"/>
                  </a:lnTo>
                  <a:lnTo>
                    <a:pt x="142" y="0"/>
                  </a:lnTo>
                  <a:close/>
                  <a:moveTo>
                    <a:pt x="142" y="75"/>
                  </a:moveTo>
                  <a:lnTo>
                    <a:pt x="142" y="90"/>
                  </a:lnTo>
                  <a:lnTo>
                    <a:pt x="119" y="90"/>
                  </a:lnTo>
                  <a:lnTo>
                    <a:pt x="119" y="75"/>
                  </a:lnTo>
                  <a:lnTo>
                    <a:pt x="142" y="75"/>
                  </a:lnTo>
                  <a:lnTo>
                    <a:pt x="142" y="75"/>
                  </a:lnTo>
                  <a:close/>
                  <a:moveTo>
                    <a:pt x="142" y="106"/>
                  </a:moveTo>
                  <a:lnTo>
                    <a:pt x="142" y="111"/>
                  </a:lnTo>
                  <a:lnTo>
                    <a:pt x="119" y="111"/>
                  </a:lnTo>
                  <a:lnTo>
                    <a:pt x="119" y="106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42" y="126"/>
                  </a:moveTo>
                  <a:lnTo>
                    <a:pt x="142" y="132"/>
                  </a:lnTo>
                  <a:lnTo>
                    <a:pt x="119" y="132"/>
                  </a:lnTo>
                  <a:lnTo>
                    <a:pt x="119" y="126"/>
                  </a:lnTo>
                  <a:lnTo>
                    <a:pt x="142" y="126"/>
                  </a:lnTo>
                  <a:lnTo>
                    <a:pt x="142" y="126"/>
                  </a:lnTo>
                  <a:close/>
                  <a:moveTo>
                    <a:pt x="142" y="134"/>
                  </a:moveTo>
                  <a:lnTo>
                    <a:pt x="142" y="154"/>
                  </a:lnTo>
                  <a:lnTo>
                    <a:pt x="134" y="168"/>
                  </a:lnTo>
                  <a:lnTo>
                    <a:pt x="142" y="168"/>
                  </a:lnTo>
                  <a:lnTo>
                    <a:pt x="142" y="171"/>
                  </a:lnTo>
                  <a:lnTo>
                    <a:pt x="130" y="171"/>
                  </a:lnTo>
                  <a:lnTo>
                    <a:pt x="125" y="183"/>
                  </a:lnTo>
                  <a:lnTo>
                    <a:pt x="127" y="188"/>
                  </a:lnTo>
                  <a:lnTo>
                    <a:pt x="142" y="188"/>
                  </a:lnTo>
                  <a:lnTo>
                    <a:pt x="142" y="192"/>
                  </a:lnTo>
                  <a:lnTo>
                    <a:pt x="130" y="192"/>
                  </a:lnTo>
                  <a:lnTo>
                    <a:pt x="138" y="207"/>
                  </a:lnTo>
                  <a:lnTo>
                    <a:pt x="142" y="207"/>
                  </a:lnTo>
                  <a:lnTo>
                    <a:pt x="142" y="241"/>
                  </a:lnTo>
                  <a:lnTo>
                    <a:pt x="119" y="203"/>
                  </a:lnTo>
                  <a:lnTo>
                    <a:pt x="119" y="168"/>
                  </a:lnTo>
                  <a:lnTo>
                    <a:pt x="121" y="168"/>
                  </a:lnTo>
                  <a:lnTo>
                    <a:pt x="130" y="153"/>
                  </a:lnTo>
                  <a:lnTo>
                    <a:pt x="119" y="153"/>
                  </a:lnTo>
                  <a:lnTo>
                    <a:pt x="119" y="147"/>
                  </a:lnTo>
                  <a:lnTo>
                    <a:pt x="134" y="147"/>
                  </a:lnTo>
                  <a:lnTo>
                    <a:pt x="142" y="134"/>
                  </a:lnTo>
                  <a:close/>
                  <a:moveTo>
                    <a:pt x="119" y="0"/>
                  </a:moveTo>
                  <a:lnTo>
                    <a:pt x="119" y="15"/>
                  </a:lnTo>
                  <a:lnTo>
                    <a:pt x="27" y="15"/>
                  </a:lnTo>
                  <a:lnTo>
                    <a:pt x="63" y="75"/>
                  </a:lnTo>
                  <a:lnTo>
                    <a:pt x="119" y="75"/>
                  </a:lnTo>
                  <a:lnTo>
                    <a:pt x="119" y="90"/>
                  </a:lnTo>
                  <a:lnTo>
                    <a:pt x="72" y="90"/>
                  </a:lnTo>
                  <a:lnTo>
                    <a:pt x="80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83" y="111"/>
                  </a:lnTo>
                  <a:lnTo>
                    <a:pt x="93" y="126"/>
                  </a:lnTo>
                  <a:lnTo>
                    <a:pt x="119" y="126"/>
                  </a:lnTo>
                  <a:lnTo>
                    <a:pt x="119" y="132"/>
                  </a:lnTo>
                  <a:lnTo>
                    <a:pt x="95" y="132"/>
                  </a:lnTo>
                  <a:lnTo>
                    <a:pt x="104" y="147"/>
                  </a:lnTo>
                  <a:lnTo>
                    <a:pt x="119" y="147"/>
                  </a:lnTo>
                  <a:lnTo>
                    <a:pt x="119" y="153"/>
                  </a:lnTo>
                  <a:lnTo>
                    <a:pt x="106" y="153"/>
                  </a:lnTo>
                  <a:lnTo>
                    <a:pt x="115" y="168"/>
                  </a:lnTo>
                  <a:lnTo>
                    <a:pt x="115" y="168"/>
                  </a:lnTo>
                  <a:lnTo>
                    <a:pt x="119" y="168"/>
                  </a:lnTo>
                  <a:lnTo>
                    <a:pt x="119" y="203"/>
                  </a:lnTo>
                  <a:lnTo>
                    <a:pt x="0" y="0"/>
                  </a:lnTo>
                  <a:lnTo>
                    <a:pt x="1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6540FA5F-7699-A6E6-FE15-AEDEA90CE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855" y="5315867"/>
              <a:ext cx="789601" cy="786128"/>
            </a:xfrm>
            <a:custGeom>
              <a:avLst/>
              <a:gdLst>
                <a:gd name="T0" fmla="*/ 181 w 362"/>
                <a:gd name="T1" fmla="*/ 0 h 361"/>
                <a:gd name="T2" fmla="*/ 362 w 362"/>
                <a:gd name="T3" fmla="*/ 180 h 361"/>
                <a:gd name="T4" fmla="*/ 181 w 362"/>
                <a:gd name="T5" fmla="*/ 361 h 361"/>
                <a:gd name="T6" fmla="*/ 181 w 362"/>
                <a:gd name="T7" fmla="*/ 350 h 361"/>
                <a:gd name="T8" fmla="*/ 351 w 362"/>
                <a:gd name="T9" fmla="*/ 180 h 361"/>
                <a:gd name="T10" fmla="*/ 181 w 362"/>
                <a:gd name="T11" fmla="*/ 10 h 361"/>
                <a:gd name="T12" fmla="*/ 181 w 362"/>
                <a:gd name="T13" fmla="*/ 0 h 361"/>
                <a:gd name="T14" fmla="*/ 181 w 362"/>
                <a:gd name="T15" fmla="*/ 361 h 361"/>
                <a:gd name="T16" fmla="*/ 0 w 362"/>
                <a:gd name="T17" fmla="*/ 180 h 361"/>
                <a:gd name="T18" fmla="*/ 181 w 362"/>
                <a:gd name="T19" fmla="*/ 0 h 361"/>
                <a:gd name="T20" fmla="*/ 181 w 362"/>
                <a:gd name="T21" fmla="*/ 10 h 361"/>
                <a:gd name="T22" fmla="*/ 11 w 362"/>
                <a:gd name="T23" fmla="*/ 180 h 361"/>
                <a:gd name="T24" fmla="*/ 181 w 362"/>
                <a:gd name="T25" fmla="*/ 350 h 361"/>
                <a:gd name="T26" fmla="*/ 181 w 362"/>
                <a:gd name="T27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2" h="361">
                  <a:moveTo>
                    <a:pt x="181" y="0"/>
                  </a:moveTo>
                  <a:cubicBezTo>
                    <a:pt x="281" y="0"/>
                    <a:pt x="362" y="81"/>
                    <a:pt x="362" y="180"/>
                  </a:cubicBezTo>
                  <a:cubicBezTo>
                    <a:pt x="362" y="280"/>
                    <a:pt x="281" y="361"/>
                    <a:pt x="181" y="361"/>
                  </a:cubicBezTo>
                  <a:cubicBezTo>
                    <a:pt x="181" y="350"/>
                    <a:pt x="181" y="350"/>
                    <a:pt x="181" y="350"/>
                  </a:cubicBezTo>
                  <a:cubicBezTo>
                    <a:pt x="275" y="350"/>
                    <a:pt x="351" y="274"/>
                    <a:pt x="351" y="180"/>
                  </a:cubicBezTo>
                  <a:cubicBezTo>
                    <a:pt x="351" y="87"/>
                    <a:pt x="275" y="10"/>
                    <a:pt x="181" y="10"/>
                  </a:cubicBezTo>
                  <a:lnTo>
                    <a:pt x="181" y="0"/>
                  </a:lnTo>
                  <a:close/>
                  <a:moveTo>
                    <a:pt x="181" y="361"/>
                  </a:moveTo>
                  <a:cubicBezTo>
                    <a:pt x="81" y="361"/>
                    <a:pt x="0" y="280"/>
                    <a:pt x="0" y="180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181" y="10"/>
                    <a:pt x="181" y="10"/>
                    <a:pt x="181" y="10"/>
                  </a:cubicBezTo>
                  <a:cubicBezTo>
                    <a:pt x="87" y="10"/>
                    <a:pt x="11" y="87"/>
                    <a:pt x="11" y="180"/>
                  </a:cubicBezTo>
                  <a:cubicBezTo>
                    <a:pt x="11" y="274"/>
                    <a:pt x="87" y="350"/>
                    <a:pt x="181" y="350"/>
                  </a:cubicBezTo>
                  <a:lnTo>
                    <a:pt x="181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6ED5BB42-E2EC-795C-1D92-DA9DDCA6E531}"/>
                </a:ext>
              </a:extLst>
            </p:cNvPr>
            <p:cNvSpPr/>
            <p:nvPr/>
          </p:nvSpPr>
          <p:spPr bwMode="auto">
            <a:xfrm>
              <a:off x="1000653" y="5392280"/>
              <a:ext cx="78729" cy="99568"/>
            </a:xfrm>
            <a:custGeom>
              <a:avLst/>
              <a:gdLst>
                <a:gd name="T0" fmla="*/ 23 w 36"/>
                <a:gd name="T1" fmla="*/ 21 h 46"/>
                <a:gd name="T2" fmla="*/ 27 w 36"/>
                <a:gd name="T3" fmla="*/ 21 h 46"/>
                <a:gd name="T4" fmla="*/ 30 w 36"/>
                <a:gd name="T5" fmla="*/ 20 h 46"/>
                <a:gd name="T6" fmla="*/ 32 w 36"/>
                <a:gd name="T7" fmla="*/ 20 h 46"/>
                <a:gd name="T8" fmla="*/ 33 w 36"/>
                <a:gd name="T9" fmla="*/ 19 h 46"/>
                <a:gd name="T10" fmla="*/ 33 w 36"/>
                <a:gd name="T11" fmla="*/ 19 h 46"/>
                <a:gd name="T12" fmla="*/ 33 w 36"/>
                <a:gd name="T13" fmla="*/ 18 h 46"/>
                <a:gd name="T14" fmla="*/ 34 w 36"/>
                <a:gd name="T15" fmla="*/ 19 h 46"/>
                <a:gd name="T16" fmla="*/ 35 w 36"/>
                <a:gd name="T17" fmla="*/ 21 h 46"/>
                <a:gd name="T18" fmla="*/ 35 w 36"/>
                <a:gd name="T19" fmla="*/ 21 h 46"/>
                <a:gd name="T20" fmla="*/ 34 w 36"/>
                <a:gd name="T21" fmla="*/ 22 h 46"/>
                <a:gd name="T22" fmla="*/ 34 w 36"/>
                <a:gd name="T23" fmla="*/ 23 h 46"/>
                <a:gd name="T24" fmla="*/ 30 w 36"/>
                <a:gd name="T25" fmla="*/ 24 h 46"/>
                <a:gd name="T26" fmla="*/ 24 w 36"/>
                <a:gd name="T27" fmla="*/ 25 h 46"/>
                <a:gd name="T28" fmla="*/ 24 w 36"/>
                <a:gd name="T29" fmla="*/ 25 h 46"/>
                <a:gd name="T30" fmla="*/ 24 w 36"/>
                <a:gd name="T31" fmla="*/ 28 h 46"/>
                <a:gd name="T32" fmla="*/ 25 w 36"/>
                <a:gd name="T33" fmla="*/ 33 h 46"/>
                <a:gd name="T34" fmla="*/ 27 w 36"/>
                <a:gd name="T35" fmla="*/ 37 h 46"/>
                <a:gd name="T36" fmla="*/ 30 w 36"/>
                <a:gd name="T37" fmla="*/ 41 h 46"/>
                <a:gd name="T38" fmla="*/ 32 w 36"/>
                <a:gd name="T39" fmla="*/ 43 h 46"/>
                <a:gd name="T40" fmla="*/ 36 w 36"/>
                <a:gd name="T41" fmla="*/ 44 h 46"/>
                <a:gd name="T42" fmla="*/ 32 w 36"/>
                <a:gd name="T43" fmla="*/ 45 h 46"/>
                <a:gd name="T44" fmla="*/ 28 w 36"/>
                <a:gd name="T45" fmla="*/ 45 h 46"/>
                <a:gd name="T46" fmla="*/ 25 w 36"/>
                <a:gd name="T47" fmla="*/ 42 h 46"/>
                <a:gd name="T48" fmla="*/ 23 w 36"/>
                <a:gd name="T49" fmla="*/ 35 h 46"/>
                <a:gd name="T50" fmla="*/ 21 w 36"/>
                <a:gd name="T51" fmla="*/ 30 h 46"/>
                <a:gd name="T52" fmla="*/ 18 w 36"/>
                <a:gd name="T53" fmla="*/ 33 h 46"/>
                <a:gd name="T54" fmla="*/ 13 w 36"/>
                <a:gd name="T55" fmla="*/ 38 h 46"/>
                <a:gd name="T56" fmla="*/ 7 w 36"/>
                <a:gd name="T57" fmla="*/ 37 h 46"/>
                <a:gd name="T58" fmla="*/ 0 w 36"/>
                <a:gd name="T59" fmla="*/ 35 h 46"/>
                <a:gd name="T60" fmla="*/ 13 w 36"/>
                <a:gd name="T61" fmla="*/ 33 h 46"/>
                <a:gd name="T62" fmla="*/ 16 w 36"/>
                <a:gd name="T63" fmla="*/ 28 h 46"/>
                <a:gd name="T64" fmla="*/ 17 w 36"/>
                <a:gd name="T65" fmla="*/ 26 h 46"/>
                <a:gd name="T66" fmla="*/ 14 w 36"/>
                <a:gd name="T67" fmla="*/ 27 h 46"/>
                <a:gd name="T68" fmla="*/ 12 w 36"/>
                <a:gd name="T69" fmla="*/ 27 h 46"/>
                <a:gd name="T70" fmla="*/ 10 w 36"/>
                <a:gd name="T71" fmla="*/ 27 h 46"/>
                <a:gd name="T72" fmla="*/ 8 w 36"/>
                <a:gd name="T73" fmla="*/ 27 h 46"/>
                <a:gd name="T74" fmla="*/ 7 w 36"/>
                <a:gd name="T75" fmla="*/ 26 h 46"/>
                <a:gd name="T76" fmla="*/ 10 w 36"/>
                <a:gd name="T77" fmla="*/ 24 h 46"/>
                <a:gd name="T78" fmla="*/ 18 w 36"/>
                <a:gd name="T79" fmla="*/ 22 h 46"/>
                <a:gd name="T80" fmla="*/ 20 w 36"/>
                <a:gd name="T81" fmla="*/ 20 h 46"/>
                <a:gd name="T82" fmla="*/ 25 w 36"/>
                <a:gd name="T83" fmla="*/ 3 h 46"/>
                <a:gd name="T84" fmla="*/ 24 w 36"/>
                <a:gd name="T85" fmla="*/ 1 h 46"/>
                <a:gd name="T86" fmla="*/ 24 w 36"/>
                <a:gd name="T87" fmla="*/ 1 h 46"/>
                <a:gd name="T88" fmla="*/ 24 w 36"/>
                <a:gd name="T89" fmla="*/ 1 h 46"/>
                <a:gd name="T90" fmla="*/ 25 w 36"/>
                <a:gd name="T91" fmla="*/ 0 h 46"/>
                <a:gd name="T92" fmla="*/ 25 w 36"/>
                <a:gd name="T93" fmla="*/ 0 h 46"/>
                <a:gd name="T94" fmla="*/ 28 w 36"/>
                <a:gd name="T95" fmla="*/ 1 h 46"/>
                <a:gd name="T96" fmla="*/ 28 w 36"/>
                <a:gd name="T97" fmla="*/ 2 h 46"/>
                <a:gd name="T98" fmla="*/ 29 w 36"/>
                <a:gd name="T99" fmla="*/ 3 h 46"/>
                <a:gd name="T100" fmla="*/ 29 w 36"/>
                <a:gd name="T101" fmla="*/ 3 h 46"/>
                <a:gd name="T102" fmla="*/ 28 w 36"/>
                <a:gd name="T103" fmla="*/ 5 h 46"/>
                <a:gd name="T104" fmla="*/ 27 w 36"/>
                <a:gd name="T105" fmla="*/ 8 h 46"/>
                <a:gd name="T106" fmla="*/ 25 w 36"/>
                <a:gd name="T107" fmla="*/ 1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46">
                  <a:moveTo>
                    <a:pt x="25" y="17"/>
                  </a:moveTo>
                  <a:cubicBezTo>
                    <a:pt x="24" y="18"/>
                    <a:pt x="23" y="20"/>
                    <a:pt x="23" y="21"/>
                  </a:cubicBezTo>
                  <a:cubicBezTo>
                    <a:pt x="23" y="22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1"/>
                    <a:pt x="30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2"/>
                    <a:pt x="34" y="23"/>
                  </a:cubicBezTo>
                  <a:cubicBezTo>
                    <a:pt x="34" y="23"/>
                    <a:pt x="33" y="23"/>
                    <a:pt x="33" y="23"/>
                  </a:cubicBezTo>
                  <a:cubicBezTo>
                    <a:pt x="33" y="23"/>
                    <a:pt x="31" y="24"/>
                    <a:pt x="30" y="24"/>
                  </a:cubicBezTo>
                  <a:cubicBezTo>
                    <a:pt x="28" y="24"/>
                    <a:pt x="26" y="25"/>
                    <a:pt x="25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3" y="25"/>
                    <a:pt x="23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4" y="30"/>
                    <a:pt x="25" y="31"/>
                  </a:cubicBezTo>
                  <a:cubicBezTo>
                    <a:pt x="25" y="31"/>
                    <a:pt x="25" y="33"/>
                    <a:pt x="25" y="33"/>
                  </a:cubicBezTo>
                  <a:cubicBezTo>
                    <a:pt x="26" y="34"/>
                    <a:pt x="26" y="35"/>
                    <a:pt x="26" y="35"/>
                  </a:cubicBezTo>
                  <a:cubicBezTo>
                    <a:pt x="27" y="36"/>
                    <a:pt x="27" y="36"/>
                    <a:pt x="27" y="37"/>
                  </a:cubicBezTo>
                  <a:cubicBezTo>
                    <a:pt x="27" y="38"/>
                    <a:pt x="28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2"/>
                    <a:pt x="32" y="42"/>
                    <a:pt x="32" y="43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5" y="44"/>
                    <a:pt x="36" y="44"/>
                    <a:pt x="36" y="44"/>
                  </a:cubicBezTo>
                  <a:cubicBezTo>
                    <a:pt x="36" y="44"/>
                    <a:pt x="36" y="44"/>
                    <a:pt x="35" y="45"/>
                  </a:cubicBezTo>
                  <a:cubicBezTo>
                    <a:pt x="34" y="45"/>
                    <a:pt x="34" y="45"/>
                    <a:pt x="32" y="45"/>
                  </a:cubicBezTo>
                  <a:cubicBezTo>
                    <a:pt x="32" y="45"/>
                    <a:pt x="31" y="45"/>
                    <a:pt x="30" y="45"/>
                  </a:cubicBezTo>
                  <a:cubicBezTo>
                    <a:pt x="30" y="46"/>
                    <a:pt x="28" y="45"/>
                    <a:pt x="28" y="45"/>
                  </a:cubicBezTo>
                  <a:cubicBezTo>
                    <a:pt x="27" y="44"/>
                    <a:pt x="27" y="44"/>
                    <a:pt x="26" y="43"/>
                  </a:cubicBezTo>
                  <a:cubicBezTo>
                    <a:pt x="26" y="43"/>
                    <a:pt x="25" y="42"/>
                    <a:pt x="25" y="42"/>
                  </a:cubicBezTo>
                  <a:cubicBezTo>
                    <a:pt x="25" y="41"/>
                    <a:pt x="24" y="39"/>
                    <a:pt x="23" y="38"/>
                  </a:cubicBezTo>
                  <a:cubicBezTo>
                    <a:pt x="23" y="37"/>
                    <a:pt x="23" y="36"/>
                    <a:pt x="23" y="35"/>
                  </a:cubicBezTo>
                  <a:cubicBezTo>
                    <a:pt x="22" y="33"/>
                    <a:pt x="22" y="31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19" y="33"/>
                    <a:pt x="18" y="33"/>
                  </a:cubicBezTo>
                  <a:cubicBezTo>
                    <a:pt x="18" y="34"/>
                    <a:pt x="17" y="35"/>
                    <a:pt x="16" y="36"/>
                  </a:cubicBezTo>
                  <a:cubicBezTo>
                    <a:pt x="15" y="37"/>
                    <a:pt x="14" y="37"/>
                    <a:pt x="13" y="38"/>
                  </a:cubicBezTo>
                  <a:cubicBezTo>
                    <a:pt x="12" y="38"/>
                    <a:pt x="11" y="38"/>
                    <a:pt x="11" y="38"/>
                  </a:cubicBezTo>
                  <a:cubicBezTo>
                    <a:pt x="10" y="38"/>
                    <a:pt x="8" y="37"/>
                    <a:pt x="7" y="37"/>
                  </a:cubicBezTo>
                  <a:cubicBezTo>
                    <a:pt x="6" y="37"/>
                    <a:pt x="3" y="37"/>
                    <a:pt x="1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35"/>
                    <a:pt x="7" y="35"/>
                    <a:pt x="8" y="35"/>
                  </a:cubicBezTo>
                  <a:cubicBezTo>
                    <a:pt x="10" y="34"/>
                    <a:pt x="12" y="34"/>
                    <a:pt x="13" y="33"/>
                  </a:cubicBezTo>
                  <a:cubicBezTo>
                    <a:pt x="14" y="32"/>
                    <a:pt x="14" y="31"/>
                    <a:pt x="15" y="31"/>
                  </a:cubicBezTo>
                  <a:cubicBezTo>
                    <a:pt x="15" y="30"/>
                    <a:pt x="16" y="29"/>
                    <a:pt x="16" y="28"/>
                  </a:cubicBezTo>
                  <a:cubicBezTo>
                    <a:pt x="17" y="28"/>
                    <a:pt x="17" y="27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5" y="26"/>
                    <a:pt x="15" y="26"/>
                  </a:cubicBezTo>
                  <a:cubicBezTo>
                    <a:pt x="14" y="26"/>
                    <a:pt x="14" y="27"/>
                    <a:pt x="14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0" y="27"/>
                    <a:pt x="10" y="27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9" y="28"/>
                    <a:pt x="8" y="28"/>
                    <a:pt x="8" y="27"/>
                  </a:cubicBezTo>
                  <a:cubicBezTo>
                    <a:pt x="8" y="27"/>
                    <a:pt x="7" y="27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5"/>
                    <a:pt x="8" y="24"/>
                    <a:pt x="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3"/>
                    <a:pt x="13" y="23"/>
                  </a:cubicBezTo>
                  <a:cubicBezTo>
                    <a:pt x="15" y="23"/>
                    <a:pt x="16" y="23"/>
                    <a:pt x="18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1"/>
                    <a:pt x="20" y="20"/>
                    <a:pt x="20" y="20"/>
                  </a:cubicBezTo>
                  <a:cubicBezTo>
                    <a:pt x="21" y="17"/>
                    <a:pt x="23" y="11"/>
                    <a:pt x="24" y="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4" y="2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2"/>
                    <a:pt x="29" y="2"/>
                    <a:pt x="29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4"/>
                    <a:pt x="29" y="5"/>
                    <a:pt x="29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5" y="14"/>
                    <a:pt x="2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53D32F60-9F36-24C7-C4A0-7D0AB3CCE8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4535" y="5449011"/>
              <a:ext cx="106515" cy="97253"/>
            </a:xfrm>
            <a:custGeom>
              <a:avLst/>
              <a:gdLst>
                <a:gd name="T0" fmla="*/ 10 w 49"/>
                <a:gd name="T1" fmla="*/ 10 h 45"/>
                <a:gd name="T2" fmla="*/ 16 w 49"/>
                <a:gd name="T3" fmla="*/ 33 h 45"/>
                <a:gd name="T4" fmla="*/ 26 w 49"/>
                <a:gd name="T5" fmla="*/ 36 h 45"/>
                <a:gd name="T6" fmla="*/ 19 w 49"/>
                <a:gd name="T7" fmla="*/ 31 h 45"/>
                <a:gd name="T8" fmla="*/ 18 w 49"/>
                <a:gd name="T9" fmla="*/ 30 h 45"/>
                <a:gd name="T10" fmla="*/ 22 w 49"/>
                <a:gd name="T11" fmla="*/ 29 h 45"/>
                <a:gd name="T12" fmla="*/ 23 w 49"/>
                <a:gd name="T13" fmla="*/ 29 h 45"/>
                <a:gd name="T14" fmla="*/ 24 w 49"/>
                <a:gd name="T15" fmla="*/ 28 h 45"/>
                <a:gd name="T16" fmla="*/ 24 w 49"/>
                <a:gd name="T17" fmla="*/ 26 h 45"/>
                <a:gd name="T18" fmla="*/ 21 w 49"/>
                <a:gd name="T19" fmla="*/ 24 h 45"/>
                <a:gd name="T20" fmla="*/ 22 w 49"/>
                <a:gd name="T21" fmla="*/ 24 h 45"/>
                <a:gd name="T22" fmla="*/ 28 w 49"/>
                <a:gd name="T23" fmla="*/ 26 h 45"/>
                <a:gd name="T24" fmla="*/ 34 w 49"/>
                <a:gd name="T25" fmla="*/ 20 h 45"/>
                <a:gd name="T26" fmla="*/ 42 w 49"/>
                <a:gd name="T27" fmla="*/ 13 h 45"/>
                <a:gd name="T28" fmla="*/ 33 w 49"/>
                <a:gd name="T29" fmla="*/ 16 h 45"/>
                <a:gd name="T30" fmla="*/ 33 w 49"/>
                <a:gd name="T31" fmla="*/ 11 h 45"/>
                <a:gd name="T32" fmla="*/ 43 w 49"/>
                <a:gd name="T33" fmla="*/ 7 h 45"/>
                <a:gd name="T34" fmla="*/ 46 w 49"/>
                <a:gd name="T35" fmla="*/ 7 h 45"/>
                <a:gd name="T36" fmla="*/ 48 w 49"/>
                <a:gd name="T37" fmla="*/ 7 h 45"/>
                <a:gd name="T38" fmla="*/ 49 w 49"/>
                <a:gd name="T39" fmla="*/ 6 h 45"/>
                <a:gd name="T40" fmla="*/ 49 w 49"/>
                <a:gd name="T41" fmla="*/ 5 h 45"/>
                <a:gd name="T42" fmla="*/ 49 w 49"/>
                <a:gd name="T43" fmla="*/ 3 h 45"/>
                <a:gd name="T44" fmla="*/ 48 w 49"/>
                <a:gd name="T45" fmla="*/ 2 h 45"/>
                <a:gd name="T46" fmla="*/ 47 w 49"/>
                <a:gd name="T47" fmla="*/ 1 h 45"/>
                <a:gd name="T48" fmla="*/ 45 w 49"/>
                <a:gd name="T49" fmla="*/ 0 h 45"/>
                <a:gd name="T50" fmla="*/ 43 w 49"/>
                <a:gd name="T51" fmla="*/ 2 h 45"/>
                <a:gd name="T52" fmla="*/ 32 w 49"/>
                <a:gd name="T53" fmla="*/ 6 h 45"/>
                <a:gd name="T54" fmla="*/ 26 w 49"/>
                <a:gd name="T55" fmla="*/ 6 h 45"/>
                <a:gd name="T56" fmla="*/ 20 w 49"/>
                <a:gd name="T57" fmla="*/ 4 h 45"/>
                <a:gd name="T58" fmla="*/ 26 w 49"/>
                <a:gd name="T59" fmla="*/ 7 h 45"/>
                <a:gd name="T60" fmla="*/ 25 w 49"/>
                <a:gd name="T61" fmla="*/ 12 h 45"/>
                <a:gd name="T62" fmla="*/ 19 w 49"/>
                <a:gd name="T63" fmla="*/ 13 h 45"/>
                <a:gd name="T64" fmla="*/ 18 w 49"/>
                <a:gd name="T65" fmla="*/ 13 h 45"/>
                <a:gd name="T66" fmla="*/ 17 w 49"/>
                <a:gd name="T67" fmla="*/ 13 h 45"/>
                <a:gd name="T68" fmla="*/ 16 w 49"/>
                <a:gd name="T69" fmla="*/ 12 h 45"/>
                <a:gd name="T70" fmla="*/ 15 w 49"/>
                <a:gd name="T71" fmla="*/ 12 h 45"/>
                <a:gd name="T72" fmla="*/ 15 w 49"/>
                <a:gd name="T73" fmla="*/ 12 h 45"/>
                <a:gd name="T74" fmla="*/ 14 w 49"/>
                <a:gd name="T75" fmla="*/ 13 h 45"/>
                <a:gd name="T76" fmla="*/ 15 w 49"/>
                <a:gd name="T77" fmla="*/ 15 h 45"/>
                <a:gd name="T78" fmla="*/ 17 w 49"/>
                <a:gd name="T79" fmla="*/ 17 h 45"/>
                <a:gd name="T80" fmla="*/ 18 w 49"/>
                <a:gd name="T81" fmla="*/ 17 h 45"/>
                <a:gd name="T82" fmla="*/ 23 w 49"/>
                <a:gd name="T83" fmla="*/ 22 h 45"/>
                <a:gd name="T84" fmla="*/ 21 w 49"/>
                <a:gd name="T85" fmla="*/ 22 h 45"/>
                <a:gd name="T86" fmla="*/ 17 w 49"/>
                <a:gd name="T87" fmla="*/ 22 h 45"/>
                <a:gd name="T88" fmla="*/ 17 w 49"/>
                <a:gd name="T89" fmla="*/ 24 h 45"/>
                <a:gd name="T90" fmla="*/ 12 w 49"/>
                <a:gd name="T91" fmla="*/ 27 h 45"/>
                <a:gd name="T92" fmla="*/ 10 w 49"/>
                <a:gd name="T93" fmla="*/ 41 h 45"/>
                <a:gd name="T94" fmla="*/ 10 w 49"/>
                <a:gd name="T95" fmla="*/ 26 h 45"/>
                <a:gd name="T96" fmla="*/ 1 w 49"/>
                <a:gd name="T97" fmla="*/ 26 h 45"/>
                <a:gd name="T98" fmla="*/ 0 w 49"/>
                <a:gd name="T99" fmla="*/ 23 h 45"/>
                <a:gd name="T100" fmla="*/ 7 w 49"/>
                <a:gd name="T101" fmla="*/ 24 h 45"/>
                <a:gd name="T102" fmla="*/ 8 w 49"/>
                <a:gd name="T103" fmla="*/ 43 h 45"/>
                <a:gd name="T104" fmla="*/ 3 w 49"/>
                <a:gd name="T105" fmla="*/ 42 h 45"/>
                <a:gd name="T106" fmla="*/ 2 w 49"/>
                <a:gd name="T107" fmla="*/ 39 h 45"/>
                <a:gd name="T108" fmla="*/ 0 w 49"/>
                <a:gd name="T109" fmla="*/ 33 h 45"/>
                <a:gd name="T110" fmla="*/ 5 w 49"/>
                <a:gd name="T11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" h="45">
                  <a:moveTo>
                    <a:pt x="12" y="10"/>
                  </a:moveTo>
                  <a:cubicBezTo>
                    <a:pt x="13" y="10"/>
                    <a:pt x="13" y="11"/>
                    <a:pt x="13" y="11"/>
                  </a:cubicBezTo>
                  <a:cubicBezTo>
                    <a:pt x="13" y="11"/>
                    <a:pt x="13" y="12"/>
                    <a:pt x="13" y="12"/>
                  </a:cubicBezTo>
                  <a:cubicBezTo>
                    <a:pt x="13" y="13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lose/>
                  <a:moveTo>
                    <a:pt x="10" y="41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2" y="39"/>
                    <a:pt x="14" y="35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4"/>
                    <a:pt x="18" y="35"/>
                  </a:cubicBezTo>
                  <a:cubicBezTo>
                    <a:pt x="19" y="35"/>
                    <a:pt x="20" y="35"/>
                    <a:pt x="21" y="36"/>
                  </a:cubicBezTo>
                  <a:cubicBezTo>
                    <a:pt x="22" y="36"/>
                    <a:pt x="22" y="37"/>
                    <a:pt x="23" y="37"/>
                  </a:cubicBezTo>
                  <a:cubicBezTo>
                    <a:pt x="24" y="37"/>
                    <a:pt x="24" y="38"/>
                    <a:pt x="25" y="38"/>
                  </a:cubicBezTo>
                  <a:cubicBezTo>
                    <a:pt x="26" y="38"/>
                    <a:pt x="25" y="39"/>
                    <a:pt x="26" y="38"/>
                  </a:cubicBezTo>
                  <a:cubicBezTo>
                    <a:pt x="27" y="37"/>
                    <a:pt x="26" y="37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4"/>
                    <a:pt x="26" y="34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3" y="32"/>
                    <a:pt x="22" y="32"/>
                  </a:cubicBezTo>
                  <a:cubicBezTo>
                    <a:pt x="21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8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9" y="30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0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9"/>
                    <a:pt x="22" y="30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3" y="26"/>
                    <a:pt x="23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1" y="25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5" y="25"/>
                    <a:pt x="27" y="26"/>
                    <a:pt x="28" y="26"/>
                  </a:cubicBezTo>
                  <a:cubicBezTo>
                    <a:pt x="29" y="26"/>
                    <a:pt x="30" y="26"/>
                    <a:pt x="31" y="27"/>
                  </a:cubicBezTo>
                  <a:cubicBezTo>
                    <a:pt x="32" y="27"/>
                    <a:pt x="33" y="27"/>
                    <a:pt x="34" y="27"/>
                  </a:cubicBezTo>
                  <a:cubicBezTo>
                    <a:pt x="34" y="28"/>
                    <a:pt x="35" y="28"/>
                    <a:pt x="36" y="28"/>
                  </a:cubicBezTo>
                  <a:cubicBezTo>
                    <a:pt x="37" y="28"/>
                    <a:pt x="38" y="28"/>
                    <a:pt x="38" y="28"/>
                  </a:cubicBezTo>
                  <a:cubicBezTo>
                    <a:pt x="39" y="28"/>
                    <a:pt x="40" y="27"/>
                    <a:pt x="40" y="26"/>
                  </a:cubicBezTo>
                  <a:cubicBezTo>
                    <a:pt x="39" y="24"/>
                    <a:pt x="38" y="24"/>
                    <a:pt x="38" y="23"/>
                  </a:cubicBezTo>
                  <a:cubicBezTo>
                    <a:pt x="36" y="22"/>
                    <a:pt x="35" y="21"/>
                    <a:pt x="34" y="20"/>
                  </a:cubicBezTo>
                  <a:cubicBezTo>
                    <a:pt x="34" y="20"/>
                    <a:pt x="34" y="20"/>
                    <a:pt x="33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7" y="18"/>
                    <a:pt x="43" y="17"/>
                    <a:pt x="47" y="18"/>
                  </a:cubicBezTo>
                  <a:cubicBezTo>
                    <a:pt x="48" y="17"/>
                    <a:pt x="47" y="12"/>
                    <a:pt x="46" y="11"/>
                  </a:cubicBezTo>
                  <a:cubicBezTo>
                    <a:pt x="45" y="11"/>
                    <a:pt x="45" y="12"/>
                    <a:pt x="44" y="11"/>
                  </a:cubicBezTo>
                  <a:cubicBezTo>
                    <a:pt x="42" y="11"/>
                    <a:pt x="40" y="9"/>
                    <a:pt x="39" y="10"/>
                  </a:cubicBezTo>
                  <a:cubicBezTo>
                    <a:pt x="39" y="11"/>
                    <a:pt x="40" y="12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4"/>
                    <a:pt x="38" y="15"/>
                    <a:pt x="37" y="15"/>
                  </a:cubicBezTo>
                  <a:cubicBezTo>
                    <a:pt x="37" y="13"/>
                    <a:pt x="38" y="12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5" y="11"/>
                    <a:pt x="34" y="12"/>
                    <a:pt x="34" y="12"/>
                  </a:cubicBezTo>
                  <a:cubicBezTo>
                    <a:pt x="33" y="13"/>
                    <a:pt x="33" y="14"/>
                    <a:pt x="33" y="14"/>
                  </a:cubicBezTo>
                  <a:cubicBezTo>
                    <a:pt x="32" y="15"/>
                    <a:pt x="32" y="15"/>
                    <a:pt x="33" y="16"/>
                  </a:cubicBezTo>
                  <a:cubicBezTo>
                    <a:pt x="33" y="16"/>
                    <a:pt x="32" y="16"/>
                    <a:pt x="32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0" y="16"/>
                    <a:pt x="30" y="16"/>
                    <a:pt x="29" y="15"/>
                  </a:cubicBezTo>
                  <a:cubicBezTo>
                    <a:pt x="29" y="15"/>
                    <a:pt x="31" y="15"/>
                    <a:pt x="31" y="14"/>
                  </a:cubicBezTo>
                  <a:cubicBezTo>
                    <a:pt x="32" y="13"/>
                    <a:pt x="31" y="11"/>
                    <a:pt x="31" y="11"/>
                  </a:cubicBezTo>
                  <a:cubicBezTo>
                    <a:pt x="32" y="11"/>
                    <a:pt x="32" y="11"/>
                    <a:pt x="33" y="11"/>
                  </a:cubicBezTo>
                  <a:cubicBezTo>
                    <a:pt x="34" y="11"/>
                    <a:pt x="34" y="11"/>
                    <a:pt x="35" y="11"/>
                  </a:cubicBezTo>
                  <a:cubicBezTo>
                    <a:pt x="35" y="11"/>
                    <a:pt x="36" y="11"/>
                    <a:pt x="36" y="11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8" y="8"/>
                    <a:pt x="40" y="8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5" y="7"/>
                    <a:pt x="45" y="7"/>
                  </a:cubicBezTo>
                  <a:cubicBezTo>
                    <a:pt x="45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9" y="4"/>
                    <a:pt x="49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"/>
                    <a:pt x="45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4" y="2"/>
                    <a:pt x="44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8" y="4"/>
                    <a:pt x="35" y="5"/>
                    <a:pt x="32" y="6"/>
                  </a:cubicBezTo>
                  <a:cubicBezTo>
                    <a:pt x="31" y="6"/>
                    <a:pt x="32" y="4"/>
                    <a:pt x="31" y="3"/>
                  </a:cubicBezTo>
                  <a:cubicBezTo>
                    <a:pt x="31" y="3"/>
                    <a:pt x="30" y="3"/>
                    <a:pt x="30" y="3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ubicBezTo>
                    <a:pt x="26" y="2"/>
                    <a:pt x="27" y="3"/>
                    <a:pt x="27" y="4"/>
                  </a:cubicBezTo>
                  <a:cubicBezTo>
                    <a:pt x="28" y="4"/>
                    <a:pt x="27" y="5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6" y="6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4" y="4"/>
                    <a:pt x="22" y="7"/>
                    <a:pt x="22" y="6"/>
                  </a:cubicBezTo>
                  <a:cubicBezTo>
                    <a:pt x="22" y="5"/>
                    <a:pt x="21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19" y="5"/>
                    <a:pt x="19" y="7"/>
                    <a:pt x="18" y="7"/>
                  </a:cubicBezTo>
                  <a:cubicBezTo>
                    <a:pt x="18" y="7"/>
                    <a:pt x="17" y="8"/>
                    <a:pt x="17" y="9"/>
                  </a:cubicBezTo>
                  <a:cubicBezTo>
                    <a:pt x="17" y="9"/>
                    <a:pt x="19" y="11"/>
                    <a:pt x="19" y="11"/>
                  </a:cubicBezTo>
                  <a:cubicBezTo>
                    <a:pt x="20" y="12"/>
                    <a:pt x="21" y="10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4" y="9"/>
                    <a:pt x="25" y="9"/>
                    <a:pt x="26" y="8"/>
                  </a:cubicBezTo>
                  <a:cubicBezTo>
                    <a:pt x="26" y="7"/>
                    <a:pt x="25" y="7"/>
                    <a:pt x="26" y="7"/>
                  </a:cubicBezTo>
                  <a:cubicBezTo>
                    <a:pt x="26" y="7"/>
                    <a:pt x="27" y="7"/>
                    <a:pt x="27" y="8"/>
                  </a:cubicBezTo>
                  <a:cubicBezTo>
                    <a:pt x="27" y="8"/>
                    <a:pt x="27" y="9"/>
                    <a:pt x="28" y="9"/>
                  </a:cubicBezTo>
                  <a:cubicBezTo>
                    <a:pt x="26" y="10"/>
                    <a:pt x="24" y="10"/>
                    <a:pt x="23" y="11"/>
                  </a:cubicBezTo>
                  <a:cubicBezTo>
                    <a:pt x="22" y="11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2"/>
                    <a:pt x="23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6" y="12"/>
                    <a:pt x="27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6" y="17"/>
                    <a:pt x="23" y="14"/>
                    <a:pt x="20" y="14"/>
                  </a:cubicBezTo>
                  <a:cubicBezTo>
                    <a:pt x="20" y="14"/>
                    <a:pt x="20" y="14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18"/>
                    <a:pt x="19" y="18"/>
                  </a:cubicBezTo>
                  <a:cubicBezTo>
                    <a:pt x="21" y="18"/>
                    <a:pt x="23" y="19"/>
                    <a:pt x="25" y="20"/>
                  </a:cubicBezTo>
                  <a:cubicBezTo>
                    <a:pt x="28" y="21"/>
                    <a:pt x="32" y="22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1" y="24"/>
                    <a:pt x="27" y="23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8" y="25"/>
                    <a:pt x="18" y="26"/>
                    <a:pt x="19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7"/>
                    <a:pt x="16" y="28"/>
                    <a:pt x="15" y="28"/>
                  </a:cubicBezTo>
                  <a:cubicBezTo>
                    <a:pt x="14" y="28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1" y="27"/>
                    <a:pt x="10" y="26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2"/>
                    <a:pt x="10" y="33"/>
                  </a:cubicBezTo>
                  <a:lnTo>
                    <a:pt x="10" y="41"/>
                  </a:lnTo>
                  <a:close/>
                  <a:moveTo>
                    <a:pt x="10" y="1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5"/>
                    <a:pt x="6" y="12"/>
                    <a:pt x="7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6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8" y="30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3" y="28"/>
                    <a:pt x="2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1" y="22"/>
                    <a:pt x="1" y="22"/>
                  </a:cubicBezTo>
                  <a:cubicBezTo>
                    <a:pt x="2" y="21"/>
                    <a:pt x="2" y="22"/>
                    <a:pt x="3" y="22"/>
                  </a:cubicBezTo>
                  <a:cubicBezTo>
                    <a:pt x="5" y="23"/>
                    <a:pt x="5" y="24"/>
                    <a:pt x="7" y="24"/>
                  </a:cubicBezTo>
                  <a:cubicBezTo>
                    <a:pt x="8" y="25"/>
                    <a:pt x="9" y="26"/>
                    <a:pt x="10" y="26"/>
                  </a:cubicBezTo>
                  <a:close/>
                  <a:moveTo>
                    <a:pt x="10" y="33"/>
                  </a:moveTo>
                  <a:cubicBezTo>
                    <a:pt x="10" y="41"/>
                    <a:pt x="10" y="41"/>
                    <a:pt x="10" y="41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5"/>
                    <a:pt x="6" y="45"/>
                  </a:cubicBezTo>
                  <a:cubicBezTo>
                    <a:pt x="6" y="44"/>
                    <a:pt x="4" y="43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5"/>
                    <a:pt x="0" y="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2" y="34"/>
                  </a:cubicBezTo>
                  <a:cubicBezTo>
                    <a:pt x="2" y="35"/>
                    <a:pt x="3" y="35"/>
                    <a:pt x="4" y="36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6" y="38"/>
                    <a:pt x="6" y="38"/>
                  </a:cubicBezTo>
                  <a:cubicBezTo>
                    <a:pt x="7" y="37"/>
                    <a:pt x="8" y="35"/>
                    <a:pt x="9" y="35"/>
                  </a:cubicBezTo>
                  <a:cubicBezTo>
                    <a:pt x="9" y="34"/>
                    <a:pt x="10" y="33"/>
                    <a:pt x="10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F695A0E4-4B56-A71C-28B5-D1D3BFCBC0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879" y="5380702"/>
              <a:ext cx="85675" cy="120408"/>
            </a:xfrm>
            <a:custGeom>
              <a:avLst/>
              <a:gdLst>
                <a:gd name="T0" fmla="*/ 34 w 39"/>
                <a:gd name="T1" fmla="*/ 32 h 55"/>
                <a:gd name="T2" fmla="*/ 34 w 39"/>
                <a:gd name="T3" fmla="*/ 40 h 55"/>
                <a:gd name="T4" fmla="*/ 39 w 39"/>
                <a:gd name="T5" fmla="*/ 42 h 55"/>
                <a:gd name="T6" fmla="*/ 33 w 39"/>
                <a:gd name="T7" fmla="*/ 42 h 55"/>
                <a:gd name="T8" fmla="*/ 28 w 39"/>
                <a:gd name="T9" fmla="*/ 43 h 55"/>
                <a:gd name="T10" fmla="*/ 29 w 39"/>
                <a:gd name="T11" fmla="*/ 39 h 55"/>
                <a:gd name="T12" fmla="*/ 33 w 39"/>
                <a:gd name="T13" fmla="*/ 36 h 55"/>
                <a:gd name="T14" fmla="*/ 28 w 39"/>
                <a:gd name="T15" fmla="*/ 36 h 55"/>
                <a:gd name="T16" fmla="*/ 29 w 39"/>
                <a:gd name="T17" fmla="*/ 25 h 55"/>
                <a:gd name="T18" fmla="*/ 28 w 39"/>
                <a:gd name="T19" fmla="*/ 21 h 55"/>
                <a:gd name="T20" fmla="*/ 28 w 39"/>
                <a:gd name="T21" fmla="*/ 18 h 55"/>
                <a:gd name="T22" fmla="*/ 29 w 39"/>
                <a:gd name="T23" fmla="*/ 11 h 55"/>
                <a:gd name="T24" fmla="*/ 31 w 39"/>
                <a:gd name="T25" fmla="*/ 15 h 55"/>
                <a:gd name="T26" fmla="*/ 35 w 39"/>
                <a:gd name="T27" fmla="*/ 12 h 55"/>
                <a:gd name="T28" fmla="*/ 35 w 39"/>
                <a:gd name="T29" fmla="*/ 18 h 55"/>
                <a:gd name="T30" fmla="*/ 32 w 39"/>
                <a:gd name="T31" fmla="*/ 22 h 55"/>
                <a:gd name="T32" fmla="*/ 37 w 39"/>
                <a:gd name="T33" fmla="*/ 21 h 55"/>
                <a:gd name="T34" fmla="*/ 35 w 39"/>
                <a:gd name="T35" fmla="*/ 25 h 55"/>
                <a:gd name="T36" fmla="*/ 31 w 39"/>
                <a:gd name="T37" fmla="*/ 31 h 55"/>
                <a:gd name="T38" fmla="*/ 28 w 39"/>
                <a:gd name="T39" fmla="*/ 10 h 55"/>
                <a:gd name="T40" fmla="*/ 34 w 39"/>
                <a:gd name="T41" fmla="*/ 7 h 55"/>
                <a:gd name="T42" fmla="*/ 32 w 39"/>
                <a:gd name="T43" fmla="*/ 2 h 55"/>
                <a:gd name="T44" fmla="*/ 28 w 39"/>
                <a:gd name="T45" fmla="*/ 2 h 55"/>
                <a:gd name="T46" fmla="*/ 25 w 39"/>
                <a:gd name="T47" fmla="*/ 47 h 55"/>
                <a:gd name="T48" fmla="*/ 28 w 39"/>
                <a:gd name="T49" fmla="*/ 47 h 55"/>
                <a:gd name="T50" fmla="*/ 27 w 39"/>
                <a:gd name="T51" fmla="*/ 29 h 55"/>
                <a:gd name="T52" fmla="*/ 25 w 39"/>
                <a:gd name="T53" fmla="*/ 32 h 55"/>
                <a:gd name="T54" fmla="*/ 20 w 39"/>
                <a:gd name="T55" fmla="*/ 41 h 55"/>
                <a:gd name="T56" fmla="*/ 23 w 39"/>
                <a:gd name="T57" fmla="*/ 45 h 55"/>
                <a:gd name="T58" fmla="*/ 28 w 39"/>
                <a:gd name="T59" fmla="*/ 26 h 55"/>
                <a:gd name="T60" fmla="*/ 23 w 39"/>
                <a:gd name="T61" fmla="*/ 24 h 55"/>
                <a:gd name="T62" fmla="*/ 22 w 39"/>
                <a:gd name="T63" fmla="*/ 22 h 55"/>
                <a:gd name="T64" fmla="*/ 20 w 39"/>
                <a:gd name="T65" fmla="*/ 17 h 55"/>
                <a:gd name="T66" fmla="*/ 25 w 39"/>
                <a:gd name="T67" fmla="*/ 10 h 55"/>
                <a:gd name="T68" fmla="*/ 20 w 39"/>
                <a:gd name="T69" fmla="*/ 11 h 55"/>
                <a:gd name="T70" fmla="*/ 20 w 39"/>
                <a:gd name="T71" fmla="*/ 4 h 55"/>
                <a:gd name="T72" fmla="*/ 27 w 39"/>
                <a:gd name="T73" fmla="*/ 2 h 55"/>
                <a:gd name="T74" fmla="*/ 23 w 39"/>
                <a:gd name="T75" fmla="*/ 17 h 55"/>
                <a:gd name="T76" fmla="*/ 25 w 39"/>
                <a:gd name="T77" fmla="*/ 18 h 55"/>
                <a:gd name="T78" fmla="*/ 28 w 39"/>
                <a:gd name="T79" fmla="*/ 18 h 55"/>
                <a:gd name="T80" fmla="*/ 28 w 39"/>
                <a:gd name="T81" fmla="*/ 21 h 55"/>
                <a:gd name="T82" fmla="*/ 20 w 39"/>
                <a:gd name="T83" fmla="*/ 31 h 55"/>
                <a:gd name="T84" fmla="*/ 23 w 39"/>
                <a:gd name="T85" fmla="*/ 33 h 55"/>
                <a:gd name="T86" fmla="*/ 20 w 39"/>
                <a:gd name="T87" fmla="*/ 49 h 55"/>
                <a:gd name="T88" fmla="*/ 17 w 39"/>
                <a:gd name="T89" fmla="*/ 47 h 55"/>
                <a:gd name="T90" fmla="*/ 20 w 39"/>
                <a:gd name="T91" fmla="*/ 41 h 55"/>
                <a:gd name="T92" fmla="*/ 20 w 39"/>
                <a:gd name="T93" fmla="*/ 17 h 55"/>
                <a:gd name="T94" fmla="*/ 5 w 39"/>
                <a:gd name="T95" fmla="*/ 43 h 55"/>
                <a:gd name="T96" fmla="*/ 0 w 39"/>
                <a:gd name="T97" fmla="*/ 50 h 55"/>
                <a:gd name="T98" fmla="*/ 4 w 39"/>
                <a:gd name="T99" fmla="*/ 54 h 55"/>
                <a:gd name="T100" fmla="*/ 10 w 39"/>
                <a:gd name="T101" fmla="*/ 42 h 55"/>
                <a:gd name="T102" fmla="*/ 20 w 39"/>
                <a:gd name="T103" fmla="*/ 23 h 55"/>
                <a:gd name="T104" fmla="*/ 17 w 39"/>
                <a:gd name="T105" fmla="*/ 13 h 55"/>
                <a:gd name="T106" fmla="*/ 17 w 39"/>
                <a:gd name="T107" fmla="*/ 9 h 55"/>
                <a:gd name="T108" fmla="*/ 20 w 39"/>
                <a:gd name="T109" fmla="*/ 4 h 55"/>
                <a:gd name="T110" fmla="*/ 19 w 39"/>
                <a:gd name="T111" fmla="*/ 0 h 55"/>
                <a:gd name="T112" fmla="*/ 20 w 39"/>
                <a:gd name="T113" fmla="*/ 31 h 55"/>
                <a:gd name="T114" fmla="*/ 20 w 39"/>
                <a:gd name="T115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9" h="55">
                  <a:moveTo>
                    <a:pt x="30" y="33"/>
                  </a:moveTo>
                  <a:cubicBezTo>
                    <a:pt x="31" y="33"/>
                    <a:pt x="31" y="33"/>
                    <a:pt x="32" y="32"/>
                  </a:cubicBezTo>
                  <a:cubicBezTo>
                    <a:pt x="33" y="32"/>
                    <a:pt x="33" y="32"/>
                    <a:pt x="34" y="32"/>
                  </a:cubicBezTo>
                  <a:cubicBezTo>
                    <a:pt x="36" y="31"/>
                    <a:pt x="37" y="33"/>
                    <a:pt x="36" y="35"/>
                  </a:cubicBezTo>
                  <a:cubicBezTo>
                    <a:pt x="36" y="36"/>
                    <a:pt x="35" y="37"/>
                    <a:pt x="35" y="38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5" y="40"/>
                    <a:pt x="35" y="40"/>
                    <a:pt x="36" y="40"/>
                  </a:cubicBezTo>
                  <a:cubicBezTo>
                    <a:pt x="36" y="40"/>
                    <a:pt x="37" y="40"/>
                    <a:pt x="37" y="40"/>
                  </a:cubicBezTo>
                  <a:cubicBezTo>
                    <a:pt x="39" y="41"/>
                    <a:pt x="39" y="41"/>
                    <a:pt x="39" y="42"/>
                  </a:cubicBezTo>
                  <a:cubicBezTo>
                    <a:pt x="39" y="43"/>
                    <a:pt x="38" y="44"/>
                    <a:pt x="37" y="44"/>
                  </a:cubicBezTo>
                  <a:cubicBezTo>
                    <a:pt x="36" y="45"/>
                    <a:pt x="35" y="44"/>
                    <a:pt x="34" y="44"/>
                  </a:cubicBezTo>
                  <a:cubicBezTo>
                    <a:pt x="34" y="43"/>
                    <a:pt x="33" y="43"/>
                    <a:pt x="33" y="42"/>
                  </a:cubicBezTo>
                  <a:cubicBezTo>
                    <a:pt x="31" y="44"/>
                    <a:pt x="31" y="45"/>
                    <a:pt x="29" y="46"/>
                  </a:cubicBezTo>
                  <a:cubicBezTo>
                    <a:pt x="29" y="47"/>
                    <a:pt x="29" y="47"/>
                    <a:pt x="28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2"/>
                    <a:pt x="29" y="42"/>
                    <a:pt x="29" y="42"/>
                  </a:cubicBezTo>
                  <a:cubicBezTo>
                    <a:pt x="29" y="42"/>
                    <a:pt x="30" y="41"/>
                    <a:pt x="30" y="41"/>
                  </a:cubicBezTo>
                  <a:cubicBezTo>
                    <a:pt x="30" y="40"/>
                    <a:pt x="30" y="40"/>
                    <a:pt x="29" y="39"/>
                  </a:cubicBezTo>
                  <a:cubicBezTo>
                    <a:pt x="29" y="38"/>
                    <a:pt x="29" y="38"/>
                    <a:pt x="30" y="38"/>
                  </a:cubicBezTo>
                  <a:cubicBezTo>
                    <a:pt x="31" y="38"/>
                    <a:pt x="31" y="38"/>
                    <a:pt x="32" y="38"/>
                  </a:cubicBezTo>
                  <a:cubicBezTo>
                    <a:pt x="32" y="37"/>
                    <a:pt x="32" y="36"/>
                    <a:pt x="33" y="36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0" y="35"/>
                    <a:pt x="30" y="36"/>
                    <a:pt x="30" y="36"/>
                  </a:cubicBezTo>
                  <a:cubicBezTo>
                    <a:pt x="29" y="35"/>
                    <a:pt x="28" y="36"/>
                    <a:pt x="28" y="3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8"/>
                    <a:pt x="29" y="27"/>
                    <a:pt x="29" y="26"/>
                  </a:cubicBezTo>
                  <a:cubicBezTo>
                    <a:pt x="30" y="26"/>
                    <a:pt x="30" y="25"/>
                    <a:pt x="29" y="25"/>
                  </a:cubicBezTo>
                  <a:cubicBezTo>
                    <a:pt x="29" y="25"/>
                    <a:pt x="29" y="25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9" y="20"/>
                    <a:pt x="29" y="19"/>
                  </a:cubicBezTo>
                  <a:cubicBezTo>
                    <a:pt x="29" y="19"/>
                    <a:pt x="29" y="18"/>
                    <a:pt x="29" y="18"/>
                  </a:cubicBezTo>
                  <a:cubicBezTo>
                    <a:pt x="29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9" y="12"/>
                    <a:pt x="29" y="11"/>
                  </a:cubicBezTo>
                  <a:cubicBezTo>
                    <a:pt x="30" y="10"/>
                    <a:pt x="30" y="10"/>
                    <a:pt x="31" y="11"/>
                  </a:cubicBezTo>
                  <a:cubicBezTo>
                    <a:pt x="31" y="11"/>
                    <a:pt x="32" y="12"/>
                    <a:pt x="31" y="12"/>
                  </a:cubicBezTo>
                  <a:cubicBezTo>
                    <a:pt x="31" y="13"/>
                    <a:pt x="31" y="14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3" y="14"/>
                    <a:pt x="34" y="14"/>
                    <a:pt x="34" y="13"/>
                  </a:cubicBezTo>
                  <a:cubicBezTo>
                    <a:pt x="34" y="13"/>
                    <a:pt x="35" y="12"/>
                    <a:pt x="35" y="12"/>
                  </a:cubicBezTo>
                  <a:cubicBezTo>
                    <a:pt x="36" y="13"/>
                    <a:pt x="37" y="13"/>
                    <a:pt x="37" y="14"/>
                  </a:cubicBezTo>
                  <a:cubicBezTo>
                    <a:pt x="38" y="15"/>
                    <a:pt x="37" y="16"/>
                    <a:pt x="37" y="16"/>
                  </a:cubicBezTo>
                  <a:cubicBezTo>
                    <a:pt x="36" y="17"/>
                    <a:pt x="35" y="17"/>
                    <a:pt x="35" y="18"/>
                  </a:cubicBezTo>
                  <a:cubicBezTo>
                    <a:pt x="33" y="19"/>
                    <a:pt x="32" y="20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2"/>
                  </a:cubicBezTo>
                  <a:cubicBezTo>
                    <a:pt x="33" y="22"/>
                    <a:pt x="33" y="21"/>
                    <a:pt x="33" y="21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6" y="19"/>
                    <a:pt x="36" y="20"/>
                    <a:pt x="37" y="21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8" y="23"/>
                    <a:pt x="38" y="23"/>
                    <a:pt x="37" y="24"/>
                  </a:cubicBezTo>
                  <a:cubicBezTo>
                    <a:pt x="37" y="25"/>
                    <a:pt x="36" y="25"/>
                    <a:pt x="35" y="25"/>
                  </a:cubicBezTo>
                  <a:cubicBezTo>
                    <a:pt x="35" y="26"/>
                    <a:pt x="35" y="26"/>
                    <a:pt x="35" y="27"/>
                  </a:cubicBezTo>
                  <a:cubicBezTo>
                    <a:pt x="35" y="28"/>
                    <a:pt x="35" y="29"/>
                    <a:pt x="34" y="30"/>
                  </a:cubicBezTo>
                  <a:cubicBezTo>
                    <a:pt x="33" y="30"/>
                    <a:pt x="32" y="30"/>
                    <a:pt x="31" y="31"/>
                  </a:cubicBezTo>
                  <a:cubicBezTo>
                    <a:pt x="30" y="31"/>
                    <a:pt x="30" y="32"/>
                    <a:pt x="30" y="33"/>
                  </a:cubicBezTo>
                  <a:close/>
                  <a:moveTo>
                    <a:pt x="28" y="2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30" y="8"/>
                    <a:pt x="30" y="8"/>
                  </a:cubicBezTo>
                  <a:cubicBezTo>
                    <a:pt x="31" y="8"/>
                    <a:pt x="33" y="8"/>
                    <a:pt x="34" y="7"/>
                  </a:cubicBezTo>
                  <a:cubicBezTo>
                    <a:pt x="35" y="7"/>
                    <a:pt x="36" y="6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4" y="2"/>
                    <a:pt x="32" y="2"/>
                  </a:cubicBezTo>
                  <a:cubicBezTo>
                    <a:pt x="31" y="3"/>
                    <a:pt x="30" y="4"/>
                    <a:pt x="29" y="4"/>
                  </a:cubicBezTo>
                  <a:cubicBezTo>
                    <a:pt x="29" y="4"/>
                    <a:pt x="28" y="4"/>
                    <a:pt x="28" y="4"/>
                  </a:cubicBezTo>
                  <a:cubicBezTo>
                    <a:pt x="28" y="4"/>
                    <a:pt x="28" y="3"/>
                    <a:pt x="28" y="2"/>
                  </a:cubicBezTo>
                  <a:close/>
                  <a:moveTo>
                    <a:pt x="28" y="47"/>
                  </a:moveTo>
                  <a:cubicBezTo>
                    <a:pt x="27" y="47"/>
                    <a:pt x="26" y="47"/>
                    <a:pt x="26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4" y="46"/>
                    <a:pt x="24" y="45"/>
                    <a:pt x="26" y="44"/>
                  </a:cubicBezTo>
                  <a:cubicBezTo>
                    <a:pt x="26" y="44"/>
                    <a:pt x="27" y="43"/>
                    <a:pt x="28" y="43"/>
                  </a:cubicBezTo>
                  <a:cubicBezTo>
                    <a:pt x="28" y="47"/>
                    <a:pt x="28" y="47"/>
                    <a:pt x="28" y="47"/>
                  </a:cubicBezTo>
                  <a:close/>
                  <a:moveTo>
                    <a:pt x="28" y="36"/>
                  </a:move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7" y="29"/>
                    <a:pt x="27" y="29"/>
                  </a:cubicBezTo>
                  <a:cubicBezTo>
                    <a:pt x="27" y="29"/>
                    <a:pt x="26" y="29"/>
                    <a:pt x="25" y="29"/>
                  </a:cubicBezTo>
                  <a:cubicBezTo>
                    <a:pt x="24" y="29"/>
                    <a:pt x="24" y="30"/>
                    <a:pt x="24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2"/>
                    <a:pt x="25" y="33"/>
                    <a:pt x="26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3" y="37"/>
                    <a:pt x="22" y="39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8"/>
                  </a:cubicBezTo>
                  <a:cubicBezTo>
                    <a:pt x="21" y="47"/>
                    <a:pt x="22" y="46"/>
                    <a:pt x="23" y="45"/>
                  </a:cubicBezTo>
                  <a:cubicBezTo>
                    <a:pt x="24" y="42"/>
                    <a:pt x="26" y="39"/>
                    <a:pt x="27" y="37"/>
                  </a:cubicBezTo>
                  <a:cubicBezTo>
                    <a:pt x="28" y="36"/>
                    <a:pt x="28" y="36"/>
                    <a:pt x="28" y="36"/>
                  </a:cubicBezTo>
                  <a:close/>
                  <a:moveTo>
                    <a:pt x="28" y="26"/>
                  </a:moveTo>
                  <a:cubicBezTo>
                    <a:pt x="27" y="27"/>
                    <a:pt x="25" y="27"/>
                    <a:pt x="24" y="26"/>
                  </a:cubicBezTo>
                  <a:cubicBezTo>
                    <a:pt x="24" y="25"/>
                    <a:pt x="24" y="25"/>
                    <a:pt x="25" y="24"/>
                  </a:cubicBezTo>
                  <a:cubicBezTo>
                    <a:pt x="24" y="23"/>
                    <a:pt x="24" y="23"/>
                    <a:pt x="23" y="24"/>
                  </a:cubicBezTo>
                  <a:cubicBezTo>
                    <a:pt x="23" y="25"/>
                    <a:pt x="22" y="25"/>
                    <a:pt x="21" y="25"/>
                  </a:cubicBezTo>
                  <a:cubicBezTo>
                    <a:pt x="21" y="24"/>
                    <a:pt x="21" y="23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1" y="21"/>
                    <a:pt x="21" y="22"/>
                    <a:pt x="20" y="22"/>
                  </a:cubicBezTo>
                  <a:cubicBezTo>
                    <a:pt x="20" y="22"/>
                    <a:pt x="20" y="23"/>
                    <a:pt x="20" y="2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6"/>
                    <a:pt x="21" y="16"/>
                    <a:pt x="21" y="15"/>
                  </a:cubicBezTo>
                  <a:cubicBezTo>
                    <a:pt x="22" y="15"/>
                    <a:pt x="22" y="15"/>
                    <a:pt x="22" y="14"/>
                  </a:cubicBezTo>
                  <a:cubicBezTo>
                    <a:pt x="23" y="13"/>
                    <a:pt x="24" y="11"/>
                    <a:pt x="25" y="10"/>
                  </a:cubicBezTo>
                  <a:cubicBezTo>
                    <a:pt x="25" y="10"/>
                    <a:pt x="25" y="9"/>
                    <a:pt x="26" y="9"/>
                  </a:cubicBezTo>
                  <a:cubicBezTo>
                    <a:pt x="25" y="9"/>
                    <a:pt x="24" y="9"/>
                    <a:pt x="23" y="10"/>
                  </a:cubicBezTo>
                  <a:cubicBezTo>
                    <a:pt x="22" y="10"/>
                    <a:pt x="21" y="10"/>
                    <a:pt x="20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3" y="7"/>
                    <a:pt x="24" y="6"/>
                  </a:cubicBezTo>
                  <a:cubicBezTo>
                    <a:pt x="23" y="5"/>
                    <a:pt x="21" y="4"/>
                    <a:pt x="20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1"/>
                    <a:pt x="23" y="1"/>
                    <a:pt x="24" y="1"/>
                  </a:cubicBezTo>
                  <a:cubicBezTo>
                    <a:pt x="25" y="1"/>
                    <a:pt x="26" y="1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3"/>
                    <a:pt x="25" y="15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4" y="19"/>
                    <a:pt x="25" y="19"/>
                    <a:pt x="25" y="18"/>
                  </a:cubicBezTo>
                  <a:cubicBezTo>
                    <a:pt x="25" y="18"/>
                    <a:pt x="26" y="17"/>
                    <a:pt x="26" y="17"/>
                  </a:cubicBezTo>
                  <a:cubicBezTo>
                    <a:pt x="27" y="16"/>
                    <a:pt x="27" y="15"/>
                    <a:pt x="28" y="1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20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6"/>
                    <a:pt x="28" y="26"/>
                    <a:pt x="28" y="26"/>
                  </a:cubicBezTo>
                  <a:close/>
                  <a:moveTo>
                    <a:pt x="20" y="36"/>
                  </a:moveTo>
                  <a:cubicBezTo>
                    <a:pt x="20" y="31"/>
                    <a:pt x="20" y="31"/>
                    <a:pt x="20" y="31"/>
                  </a:cubicBezTo>
                  <a:cubicBezTo>
                    <a:pt x="21" y="30"/>
                    <a:pt x="21" y="30"/>
                    <a:pt x="22" y="29"/>
                  </a:cubicBezTo>
                  <a:cubicBezTo>
                    <a:pt x="22" y="30"/>
                    <a:pt x="22" y="30"/>
                    <a:pt x="22" y="31"/>
                  </a:cubicBezTo>
                  <a:cubicBezTo>
                    <a:pt x="22" y="32"/>
                    <a:pt x="23" y="32"/>
                    <a:pt x="23" y="33"/>
                  </a:cubicBezTo>
                  <a:cubicBezTo>
                    <a:pt x="23" y="34"/>
                    <a:pt x="22" y="35"/>
                    <a:pt x="22" y="35"/>
                  </a:cubicBezTo>
                  <a:cubicBezTo>
                    <a:pt x="21" y="36"/>
                    <a:pt x="21" y="36"/>
                    <a:pt x="20" y="36"/>
                  </a:cubicBezTo>
                  <a:close/>
                  <a:moveTo>
                    <a:pt x="20" y="49"/>
                  </a:moveTo>
                  <a:cubicBezTo>
                    <a:pt x="20" y="49"/>
                    <a:pt x="20" y="49"/>
                    <a:pt x="20" y="49"/>
                  </a:cubicBezTo>
                  <a:cubicBezTo>
                    <a:pt x="19" y="49"/>
                    <a:pt x="19" y="49"/>
                    <a:pt x="18" y="49"/>
                  </a:cubicBezTo>
                  <a:cubicBezTo>
                    <a:pt x="18" y="49"/>
                    <a:pt x="18" y="48"/>
                    <a:pt x="17" y="47"/>
                  </a:cubicBezTo>
                  <a:cubicBezTo>
                    <a:pt x="17" y="47"/>
                    <a:pt x="17" y="46"/>
                    <a:pt x="17" y="45"/>
                  </a:cubicBezTo>
                  <a:cubicBezTo>
                    <a:pt x="18" y="44"/>
                    <a:pt x="18" y="42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9"/>
                    <a:pt x="20" y="49"/>
                    <a:pt x="20" y="49"/>
                  </a:cubicBezTo>
                  <a:close/>
                  <a:moveTo>
                    <a:pt x="20" y="23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19" y="19"/>
                    <a:pt x="19" y="19"/>
                  </a:cubicBezTo>
                  <a:cubicBezTo>
                    <a:pt x="14" y="27"/>
                    <a:pt x="10" y="35"/>
                    <a:pt x="5" y="43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3" y="46"/>
                    <a:pt x="2" y="45"/>
                    <a:pt x="2" y="46"/>
                  </a:cubicBezTo>
                  <a:cubicBezTo>
                    <a:pt x="1" y="47"/>
                    <a:pt x="1" y="48"/>
                    <a:pt x="0" y="50"/>
                  </a:cubicBezTo>
                  <a:cubicBezTo>
                    <a:pt x="0" y="51"/>
                    <a:pt x="0" y="52"/>
                    <a:pt x="1" y="53"/>
                  </a:cubicBezTo>
                  <a:cubicBezTo>
                    <a:pt x="1" y="53"/>
                    <a:pt x="1" y="53"/>
                    <a:pt x="1" y="54"/>
                  </a:cubicBezTo>
                  <a:cubicBezTo>
                    <a:pt x="2" y="55"/>
                    <a:pt x="2" y="55"/>
                    <a:pt x="4" y="54"/>
                  </a:cubicBezTo>
                  <a:cubicBezTo>
                    <a:pt x="4" y="54"/>
                    <a:pt x="4" y="54"/>
                    <a:pt x="4" y="53"/>
                  </a:cubicBezTo>
                  <a:cubicBezTo>
                    <a:pt x="5" y="52"/>
                    <a:pt x="6" y="50"/>
                    <a:pt x="7" y="48"/>
                  </a:cubicBezTo>
                  <a:cubicBezTo>
                    <a:pt x="8" y="46"/>
                    <a:pt x="9" y="44"/>
                    <a:pt x="10" y="42"/>
                  </a:cubicBezTo>
                  <a:cubicBezTo>
                    <a:pt x="11" y="39"/>
                    <a:pt x="13" y="37"/>
                    <a:pt x="14" y="34"/>
                  </a:cubicBezTo>
                  <a:cubicBezTo>
                    <a:pt x="16" y="30"/>
                    <a:pt x="18" y="27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lose/>
                  <a:moveTo>
                    <a:pt x="20" y="11"/>
                  </a:moveTo>
                  <a:cubicBezTo>
                    <a:pt x="19" y="11"/>
                    <a:pt x="19" y="12"/>
                    <a:pt x="18" y="12"/>
                  </a:cubicBezTo>
                  <a:cubicBezTo>
                    <a:pt x="18" y="12"/>
                    <a:pt x="17" y="13"/>
                    <a:pt x="17" y="13"/>
                  </a:cubicBezTo>
                  <a:cubicBezTo>
                    <a:pt x="15" y="14"/>
                    <a:pt x="13" y="14"/>
                    <a:pt x="11" y="13"/>
                  </a:cubicBezTo>
                  <a:cubicBezTo>
                    <a:pt x="10" y="13"/>
                    <a:pt x="9" y="12"/>
                    <a:pt x="9" y="11"/>
                  </a:cubicBezTo>
                  <a:cubicBezTo>
                    <a:pt x="12" y="10"/>
                    <a:pt x="14" y="10"/>
                    <a:pt x="17" y="9"/>
                  </a:cubicBezTo>
                  <a:cubicBezTo>
                    <a:pt x="18" y="9"/>
                    <a:pt x="19" y="8"/>
                    <a:pt x="20" y="8"/>
                  </a:cubicBezTo>
                  <a:cubicBezTo>
                    <a:pt x="20" y="11"/>
                    <a:pt x="20" y="11"/>
                    <a:pt x="20" y="11"/>
                  </a:cubicBezTo>
                  <a:close/>
                  <a:moveTo>
                    <a:pt x="20" y="4"/>
                  </a:move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2"/>
                    <a:pt x="18" y="1"/>
                  </a:cubicBezTo>
                  <a:cubicBezTo>
                    <a:pt x="18" y="1"/>
                    <a:pt x="18" y="0"/>
                    <a:pt x="19" y="0"/>
                  </a:cubicBezTo>
                  <a:cubicBezTo>
                    <a:pt x="19" y="0"/>
                    <a:pt x="20" y="1"/>
                    <a:pt x="20" y="1"/>
                  </a:cubicBezTo>
                  <a:cubicBezTo>
                    <a:pt x="20" y="4"/>
                    <a:pt x="20" y="4"/>
                    <a:pt x="20" y="4"/>
                  </a:cubicBezTo>
                  <a:close/>
                  <a:moveTo>
                    <a:pt x="20" y="31"/>
                  </a:moveTo>
                  <a:cubicBezTo>
                    <a:pt x="20" y="36"/>
                    <a:pt x="20" y="36"/>
                    <a:pt x="20" y="36"/>
                  </a:cubicBezTo>
                  <a:cubicBezTo>
                    <a:pt x="19" y="36"/>
                    <a:pt x="18" y="36"/>
                    <a:pt x="17" y="35"/>
                  </a:cubicBezTo>
                  <a:cubicBezTo>
                    <a:pt x="18" y="33"/>
                    <a:pt x="18" y="32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339B3CB8-C007-AC17-88CA-0DFB565F19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101" y="5422382"/>
              <a:ext cx="87991" cy="121566"/>
            </a:xfrm>
            <a:custGeom>
              <a:avLst/>
              <a:gdLst>
                <a:gd name="T0" fmla="*/ 25 w 40"/>
                <a:gd name="T1" fmla="*/ 44 h 56"/>
                <a:gd name="T2" fmla="*/ 25 w 40"/>
                <a:gd name="T3" fmla="*/ 34 h 56"/>
                <a:gd name="T4" fmla="*/ 26 w 40"/>
                <a:gd name="T5" fmla="*/ 29 h 56"/>
                <a:gd name="T6" fmla="*/ 25 w 40"/>
                <a:gd name="T7" fmla="*/ 30 h 56"/>
                <a:gd name="T8" fmla="*/ 29 w 40"/>
                <a:gd name="T9" fmla="*/ 25 h 56"/>
                <a:gd name="T10" fmla="*/ 29 w 40"/>
                <a:gd name="T11" fmla="*/ 30 h 56"/>
                <a:gd name="T12" fmla="*/ 28 w 40"/>
                <a:gd name="T13" fmla="*/ 35 h 56"/>
                <a:gd name="T14" fmla="*/ 27 w 40"/>
                <a:gd name="T15" fmla="*/ 39 h 56"/>
                <a:gd name="T16" fmla="*/ 31 w 40"/>
                <a:gd name="T17" fmla="*/ 42 h 56"/>
                <a:gd name="T18" fmla="*/ 33 w 40"/>
                <a:gd name="T19" fmla="*/ 45 h 56"/>
                <a:gd name="T20" fmla="*/ 35 w 40"/>
                <a:gd name="T21" fmla="*/ 47 h 56"/>
                <a:gd name="T22" fmla="*/ 37 w 40"/>
                <a:gd name="T23" fmla="*/ 50 h 56"/>
                <a:gd name="T24" fmla="*/ 29 w 40"/>
                <a:gd name="T25" fmla="*/ 55 h 56"/>
                <a:gd name="T26" fmla="*/ 26 w 40"/>
                <a:gd name="T27" fmla="*/ 47 h 56"/>
                <a:gd name="T28" fmla="*/ 25 w 40"/>
                <a:gd name="T29" fmla="*/ 30 h 56"/>
                <a:gd name="T30" fmla="*/ 23 w 40"/>
                <a:gd name="T31" fmla="*/ 32 h 56"/>
                <a:gd name="T32" fmla="*/ 24 w 40"/>
                <a:gd name="T33" fmla="*/ 42 h 56"/>
                <a:gd name="T34" fmla="*/ 21 w 40"/>
                <a:gd name="T35" fmla="*/ 38 h 56"/>
                <a:gd name="T36" fmla="*/ 20 w 40"/>
                <a:gd name="T37" fmla="*/ 41 h 56"/>
                <a:gd name="T38" fmla="*/ 19 w 40"/>
                <a:gd name="T39" fmla="*/ 45 h 56"/>
                <a:gd name="T40" fmla="*/ 18 w 40"/>
                <a:gd name="T41" fmla="*/ 38 h 56"/>
                <a:gd name="T42" fmla="*/ 18 w 40"/>
                <a:gd name="T43" fmla="*/ 33 h 56"/>
                <a:gd name="T44" fmla="*/ 22 w 40"/>
                <a:gd name="T45" fmla="*/ 16 h 56"/>
                <a:gd name="T46" fmla="*/ 22 w 40"/>
                <a:gd name="T47" fmla="*/ 21 h 56"/>
                <a:gd name="T48" fmla="*/ 21 w 40"/>
                <a:gd name="T49" fmla="*/ 25 h 56"/>
                <a:gd name="T50" fmla="*/ 23 w 40"/>
                <a:gd name="T51" fmla="*/ 28 h 56"/>
                <a:gd name="T52" fmla="*/ 24 w 40"/>
                <a:gd name="T53" fmla="*/ 45 h 56"/>
                <a:gd name="T54" fmla="*/ 23 w 40"/>
                <a:gd name="T55" fmla="*/ 47 h 56"/>
                <a:gd name="T56" fmla="*/ 11 w 40"/>
                <a:gd name="T57" fmla="*/ 1 h 56"/>
                <a:gd name="T58" fmla="*/ 13 w 40"/>
                <a:gd name="T59" fmla="*/ 12 h 56"/>
                <a:gd name="T60" fmla="*/ 11 w 40"/>
                <a:gd name="T61" fmla="*/ 1 h 56"/>
                <a:gd name="T62" fmla="*/ 17 w 40"/>
                <a:gd name="T63" fmla="*/ 17 h 56"/>
                <a:gd name="T64" fmla="*/ 16 w 40"/>
                <a:gd name="T65" fmla="*/ 17 h 56"/>
                <a:gd name="T66" fmla="*/ 14 w 40"/>
                <a:gd name="T67" fmla="*/ 24 h 56"/>
                <a:gd name="T68" fmla="*/ 14 w 40"/>
                <a:gd name="T69" fmla="*/ 25 h 56"/>
                <a:gd name="T70" fmla="*/ 11 w 40"/>
                <a:gd name="T71" fmla="*/ 30 h 56"/>
                <a:gd name="T72" fmla="*/ 11 w 40"/>
                <a:gd name="T73" fmla="*/ 38 h 56"/>
                <a:gd name="T74" fmla="*/ 12 w 40"/>
                <a:gd name="T75" fmla="*/ 35 h 56"/>
                <a:gd name="T76" fmla="*/ 15 w 40"/>
                <a:gd name="T77" fmla="*/ 29 h 56"/>
                <a:gd name="T78" fmla="*/ 16 w 40"/>
                <a:gd name="T79" fmla="*/ 28 h 56"/>
                <a:gd name="T80" fmla="*/ 16 w 40"/>
                <a:gd name="T81" fmla="*/ 32 h 56"/>
                <a:gd name="T82" fmla="*/ 16 w 40"/>
                <a:gd name="T83" fmla="*/ 36 h 56"/>
                <a:gd name="T84" fmla="*/ 15 w 40"/>
                <a:gd name="T85" fmla="*/ 39 h 56"/>
                <a:gd name="T86" fmla="*/ 15 w 40"/>
                <a:gd name="T87" fmla="*/ 42 h 56"/>
                <a:gd name="T88" fmla="*/ 17 w 40"/>
                <a:gd name="T89" fmla="*/ 46 h 56"/>
                <a:gd name="T90" fmla="*/ 18 w 40"/>
                <a:gd name="T91" fmla="*/ 40 h 56"/>
                <a:gd name="T92" fmla="*/ 18 w 40"/>
                <a:gd name="T93" fmla="*/ 35 h 56"/>
                <a:gd name="T94" fmla="*/ 18 w 40"/>
                <a:gd name="T95" fmla="*/ 33 h 56"/>
                <a:gd name="T96" fmla="*/ 9 w 40"/>
                <a:gd name="T97" fmla="*/ 1 h 56"/>
                <a:gd name="T98" fmla="*/ 10 w 40"/>
                <a:gd name="T99" fmla="*/ 25 h 56"/>
                <a:gd name="T100" fmla="*/ 8 w 40"/>
                <a:gd name="T101" fmla="*/ 18 h 56"/>
                <a:gd name="T102" fmla="*/ 11 w 40"/>
                <a:gd name="T103" fmla="*/ 30 h 56"/>
                <a:gd name="T104" fmla="*/ 8 w 40"/>
                <a:gd name="T105" fmla="*/ 35 h 56"/>
                <a:gd name="T106" fmla="*/ 1 w 40"/>
                <a:gd name="T107" fmla="*/ 45 h 56"/>
                <a:gd name="T108" fmla="*/ 0 w 40"/>
                <a:gd name="T109" fmla="*/ 50 h 56"/>
                <a:gd name="T110" fmla="*/ 6 w 40"/>
                <a:gd name="T111" fmla="*/ 49 h 56"/>
                <a:gd name="T112" fmla="*/ 10 w 40"/>
                <a:gd name="T113" fmla="*/ 44 h 56"/>
                <a:gd name="T114" fmla="*/ 10 w 40"/>
                <a:gd name="T115" fmla="*/ 40 h 56"/>
                <a:gd name="T116" fmla="*/ 11 w 40"/>
                <a:gd name="T11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" h="56">
                  <a:moveTo>
                    <a:pt x="25" y="47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6" y="32"/>
                    <a:pt x="26" y="32"/>
                  </a:cubicBezTo>
                  <a:cubicBezTo>
                    <a:pt x="26" y="32"/>
                    <a:pt x="26" y="31"/>
                    <a:pt x="26" y="30"/>
                  </a:cubicBezTo>
                  <a:cubicBezTo>
                    <a:pt x="26" y="30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4"/>
                    <a:pt x="25" y="24"/>
                  </a:cubicBezTo>
                  <a:cubicBezTo>
                    <a:pt x="26" y="24"/>
                    <a:pt x="28" y="24"/>
                    <a:pt x="29" y="25"/>
                  </a:cubicBezTo>
                  <a:cubicBezTo>
                    <a:pt x="29" y="25"/>
                    <a:pt x="29" y="26"/>
                    <a:pt x="29" y="26"/>
                  </a:cubicBezTo>
                  <a:cubicBezTo>
                    <a:pt x="29" y="26"/>
                    <a:pt x="29" y="26"/>
                    <a:pt x="29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29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6"/>
                    <a:pt x="27" y="36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8" y="40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2"/>
                    <a:pt x="32" y="43"/>
                    <a:pt x="32" y="43"/>
                  </a:cubicBezTo>
                  <a:cubicBezTo>
                    <a:pt x="32" y="44"/>
                    <a:pt x="32" y="44"/>
                    <a:pt x="33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6"/>
                    <a:pt x="33" y="47"/>
                    <a:pt x="33" y="47"/>
                  </a:cubicBezTo>
                  <a:cubicBezTo>
                    <a:pt x="33" y="48"/>
                    <a:pt x="33" y="49"/>
                    <a:pt x="33" y="49"/>
                  </a:cubicBezTo>
                  <a:cubicBezTo>
                    <a:pt x="33" y="49"/>
                    <a:pt x="33" y="49"/>
                    <a:pt x="34" y="49"/>
                  </a:cubicBezTo>
                  <a:cubicBezTo>
                    <a:pt x="34" y="48"/>
                    <a:pt x="35" y="47"/>
                    <a:pt x="35" y="47"/>
                  </a:cubicBezTo>
                  <a:cubicBezTo>
                    <a:pt x="35" y="45"/>
                    <a:pt x="36" y="45"/>
                    <a:pt x="36" y="45"/>
                  </a:cubicBezTo>
                  <a:cubicBezTo>
                    <a:pt x="37" y="44"/>
                    <a:pt x="38" y="45"/>
                    <a:pt x="39" y="45"/>
                  </a:cubicBezTo>
                  <a:cubicBezTo>
                    <a:pt x="40" y="46"/>
                    <a:pt x="40" y="47"/>
                    <a:pt x="39" y="48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6" y="51"/>
                    <a:pt x="36" y="52"/>
                    <a:pt x="35" y="53"/>
                  </a:cubicBezTo>
                  <a:cubicBezTo>
                    <a:pt x="35" y="53"/>
                    <a:pt x="34" y="54"/>
                    <a:pt x="34" y="55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6"/>
                    <a:pt x="29" y="55"/>
                    <a:pt x="29" y="55"/>
                  </a:cubicBezTo>
                  <a:cubicBezTo>
                    <a:pt x="29" y="54"/>
                    <a:pt x="28" y="53"/>
                    <a:pt x="28" y="53"/>
                  </a:cubicBezTo>
                  <a:cubicBezTo>
                    <a:pt x="28" y="52"/>
                    <a:pt x="28" y="50"/>
                    <a:pt x="27" y="49"/>
                  </a:cubicBezTo>
                  <a:cubicBezTo>
                    <a:pt x="27" y="48"/>
                    <a:pt x="27" y="48"/>
                    <a:pt x="27" y="47"/>
                  </a:cubicBezTo>
                  <a:cubicBezTo>
                    <a:pt x="27" y="47"/>
                    <a:pt x="27" y="47"/>
                    <a:pt x="26" y="47"/>
                  </a:cubicBezTo>
                  <a:cubicBezTo>
                    <a:pt x="26" y="47"/>
                    <a:pt x="26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lose/>
                  <a:moveTo>
                    <a:pt x="25" y="25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3"/>
                    <a:pt x="24" y="42"/>
                    <a:pt x="24" y="42"/>
                  </a:cubicBezTo>
                  <a:cubicBezTo>
                    <a:pt x="23" y="42"/>
                    <a:pt x="23" y="40"/>
                    <a:pt x="22" y="39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1" y="39"/>
                    <a:pt x="21" y="40"/>
                    <a:pt x="21" y="40"/>
                  </a:cubicBezTo>
                  <a:cubicBezTo>
                    <a:pt x="21" y="40"/>
                    <a:pt x="20" y="40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2"/>
                    <a:pt x="20" y="42"/>
                  </a:cubicBezTo>
                  <a:cubicBezTo>
                    <a:pt x="20" y="42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0" y="35"/>
                    <a:pt x="19" y="35"/>
                    <a:pt x="19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9" y="18"/>
                    <a:pt x="21" y="17"/>
                    <a:pt x="20" y="17"/>
                  </a:cubicBezTo>
                  <a:cubicBezTo>
                    <a:pt x="21" y="16"/>
                    <a:pt x="21" y="16"/>
                    <a:pt x="22" y="16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3" y="17"/>
                    <a:pt x="23" y="19"/>
                    <a:pt x="23" y="19"/>
                  </a:cubicBezTo>
                  <a:cubicBezTo>
                    <a:pt x="23" y="19"/>
                    <a:pt x="23" y="20"/>
                    <a:pt x="22" y="20"/>
                  </a:cubicBezTo>
                  <a:cubicBezTo>
                    <a:pt x="23" y="20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5"/>
                    <a:pt x="21" y="25"/>
                  </a:cubicBezTo>
                  <a:cubicBezTo>
                    <a:pt x="21" y="25"/>
                    <a:pt x="21" y="28"/>
                    <a:pt x="22" y="28"/>
                  </a:cubicBezTo>
                  <a:cubicBezTo>
                    <a:pt x="21" y="28"/>
                    <a:pt x="22" y="29"/>
                    <a:pt x="22" y="29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7"/>
                    <a:pt x="23" y="26"/>
                    <a:pt x="24" y="26"/>
                  </a:cubicBezTo>
                  <a:cubicBezTo>
                    <a:pt x="23" y="26"/>
                    <a:pt x="24" y="25"/>
                    <a:pt x="25" y="25"/>
                  </a:cubicBezTo>
                  <a:close/>
                  <a:moveTo>
                    <a:pt x="25" y="44"/>
                  </a:moveTo>
                  <a:cubicBezTo>
                    <a:pt x="24" y="44"/>
                    <a:pt x="24" y="45"/>
                    <a:pt x="24" y="45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3" y="45"/>
                    <a:pt x="23" y="45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5" y="47"/>
                  </a:cubicBezTo>
                  <a:lnTo>
                    <a:pt x="25" y="44"/>
                  </a:lnTo>
                  <a:close/>
                  <a:moveTo>
                    <a:pt x="11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4" y="4"/>
                    <a:pt x="14" y="5"/>
                  </a:cubicBezTo>
                  <a:cubicBezTo>
                    <a:pt x="14" y="6"/>
                    <a:pt x="14" y="8"/>
                    <a:pt x="14" y="9"/>
                  </a:cubicBezTo>
                  <a:cubicBezTo>
                    <a:pt x="14" y="10"/>
                    <a:pt x="13" y="11"/>
                    <a:pt x="13" y="12"/>
                  </a:cubicBezTo>
                  <a:cubicBezTo>
                    <a:pt x="13" y="13"/>
                    <a:pt x="12" y="15"/>
                    <a:pt x="12" y="17"/>
                  </a:cubicBezTo>
                  <a:cubicBezTo>
                    <a:pt x="12" y="18"/>
                    <a:pt x="11" y="19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"/>
                    <a:pt x="11" y="1"/>
                    <a:pt x="11" y="1"/>
                  </a:cubicBezTo>
                  <a:close/>
                  <a:moveTo>
                    <a:pt x="18" y="19"/>
                  </a:move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7" y="18"/>
                    <a:pt x="17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8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3" y="20"/>
                    <a:pt x="13" y="20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7"/>
                    <a:pt x="12" y="27"/>
                  </a:cubicBezTo>
                  <a:cubicBezTo>
                    <a:pt x="13" y="27"/>
                    <a:pt x="12" y="28"/>
                    <a:pt x="12" y="28"/>
                  </a:cubicBezTo>
                  <a:cubicBezTo>
                    <a:pt x="12" y="28"/>
                    <a:pt x="11" y="29"/>
                    <a:pt x="11" y="3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2" y="37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6"/>
                  </a:cubicBezTo>
                  <a:cubicBezTo>
                    <a:pt x="12" y="36"/>
                    <a:pt x="12" y="35"/>
                    <a:pt x="12" y="35"/>
                  </a:cubicBezTo>
                  <a:cubicBezTo>
                    <a:pt x="12" y="35"/>
                    <a:pt x="13" y="34"/>
                    <a:pt x="13" y="34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0"/>
                    <a:pt x="14" y="30"/>
                  </a:cubicBezTo>
                  <a:cubicBezTo>
                    <a:pt x="15" y="30"/>
                    <a:pt x="15" y="29"/>
                    <a:pt x="15" y="29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30"/>
                    <a:pt x="16" y="30"/>
                  </a:cubicBezTo>
                  <a:cubicBezTo>
                    <a:pt x="16" y="30"/>
                    <a:pt x="16" y="31"/>
                    <a:pt x="16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2"/>
                    <a:pt x="16" y="34"/>
                    <a:pt x="16" y="34"/>
                  </a:cubicBezTo>
                  <a:cubicBezTo>
                    <a:pt x="16" y="34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5" y="44"/>
                    <a:pt x="15" y="45"/>
                    <a:pt x="16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40"/>
                    <a:pt x="18" y="40"/>
                  </a:cubicBezTo>
                  <a:cubicBezTo>
                    <a:pt x="18" y="40"/>
                    <a:pt x="18" y="40"/>
                    <a:pt x="17" y="40"/>
                  </a:cubicBezTo>
                  <a:cubicBezTo>
                    <a:pt x="17" y="39"/>
                    <a:pt x="17" y="37"/>
                    <a:pt x="17" y="37"/>
                  </a:cubicBezTo>
                  <a:cubicBezTo>
                    <a:pt x="17" y="36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5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lnTo>
                    <a:pt x="18" y="19"/>
                  </a:ln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10" y="24"/>
                    <a:pt x="10" y="25"/>
                    <a:pt x="10" y="25"/>
                  </a:cubicBezTo>
                  <a:cubicBezTo>
                    <a:pt x="9" y="27"/>
                    <a:pt x="8" y="29"/>
                    <a:pt x="8" y="30"/>
                  </a:cubicBezTo>
                  <a:cubicBezTo>
                    <a:pt x="8" y="30"/>
                    <a:pt x="8" y="26"/>
                    <a:pt x="8" y="24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1"/>
                    <a:pt x="8" y="19"/>
                    <a:pt x="8" y="18"/>
                  </a:cubicBezTo>
                  <a:cubicBezTo>
                    <a:pt x="9" y="15"/>
                    <a:pt x="8" y="12"/>
                    <a:pt x="8" y="8"/>
                  </a:cubicBezTo>
                  <a:cubicBezTo>
                    <a:pt x="8" y="7"/>
                    <a:pt x="8" y="6"/>
                    <a:pt x="8" y="4"/>
                  </a:cubicBezTo>
                  <a:cubicBezTo>
                    <a:pt x="8" y="3"/>
                    <a:pt x="7" y="1"/>
                    <a:pt x="8" y="0"/>
                  </a:cubicBezTo>
                  <a:close/>
                  <a:moveTo>
                    <a:pt x="11" y="30"/>
                  </a:moveTo>
                  <a:cubicBezTo>
                    <a:pt x="11" y="30"/>
                    <a:pt x="10" y="30"/>
                    <a:pt x="10" y="30"/>
                  </a:cubicBezTo>
                  <a:cubicBezTo>
                    <a:pt x="10" y="30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4"/>
                    <a:pt x="8" y="35"/>
                  </a:cubicBezTo>
                  <a:cubicBezTo>
                    <a:pt x="8" y="35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5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2" y="50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3"/>
                    <a:pt x="10" y="43"/>
                  </a:cubicBezTo>
                  <a:cubicBezTo>
                    <a:pt x="10" y="43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39"/>
                  </a:cubicBezTo>
                  <a:lnTo>
                    <a:pt x="1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70DEB3D0-5224-AD02-8BC1-68A44A08C3D5}"/>
                </a:ext>
              </a:extLst>
            </p:cNvPr>
            <p:cNvSpPr/>
            <p:nvPr/>
          </p:nvSpPr>
          <p:spPr bwMode="auto">
            <a:xfrm>
              <a:off x="845512" y="5614572"/>
              <a:ext cx="30102" cy="47469"/>
            </a:xfrm>
            <a:custGeom>
              <a:avLst/>
              <a:gdLst>
                <a:gd name="T0" fmla="*/ 0 w 14"/>
                <a:gd name="T1" fmla="*/ 22 h 22"/>
                <a:gd name="T2" fmla="*/ 0 w 14"/>
                <a:gd name="T3" fmla="*/ 20 h 22"/>
                <a:gd name="T4" fmla="*/ 3 w 14"/>
                <a:gd name="T5" fmla="*/ 19 h 22"/>
                <a:gd name="T6" fmla="*/ 4 w 14"/>
                <a:gd name="T7" fmla="*/ 17 h 22"/>
                <a:gd name="T8" fmla="*/ 4 w 14"/>
                <a:gd name="T9" fmla="*/ 7 h 22"/>
                <a:gd name="T10" fmla="*/ 3 w 14"/>
                <a:gd name="T11" fmla="*/ 5 h 22"/>
                <a:gd name="T12" fmla="*/ 0 w 14"/>
                <a:gd name="T13" fmla="*/ 4 h 22"/>
                <a:gd name="T14" fmla="*/ 0 w 14"/>
                <a:gd name="T15" fmla="*/ 2 h 22"/>
                <a:gd name="T16" fmla="*/ 4 w 14"/>
                <a:gd name="T17" fmla="*/ 1 h 22"/>
                <a:gd name="T18" fmla="*/ 7 w 14"/>
                <a:gd name="T19" fmla="*/ 0 h 22"/>
                <a:gd name="T20" fmla="*/ 10 w 14"/>
                <a:gd name="T21" fmla="*/ 0 h 22"/>
                <a:gd name="T22" fmla="*/ 10 w 14"/>
                <a:gd name="T23" fmla="*/ 17 h 22"/>
                <a:gd name="T24" fmla="*/ 10 w 14"/>
                <a:gd name="T25" fmla="*/ 19 h 22"/>
                <a:gd name="T26" fmla="*/ 14 w 14"/>
                <a:gd name="T27" fmla="*/ 20 h 22"/>
                <a:gd name="T28" fmla="*/ 14 w 14"/>
                <a:gd name="T29" fmla="*/ 22 h 22"/>
                <a:gd name="T30" fmla="*/ 0 w 14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22">
                  <a:moveTo>
                    <a:pt x="0" y="22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1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9"/>
                    <a:pt x="10" y="19"/>
                  </a:cubicBezTo>
                  <a:cubicBezTo>
                    <a:pt x="11" y="20"/>
                    <a:pt x="12" y="20"/>
                    <a:pt x="14" y="20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BA61E339-01E2-D0D0-DF63-8FF1E3BA6B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190" y="5614572"/>
              <a:ext cx="45154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0 w 21"/>
                <a:gd name="T5" fmla="*/ 14 h 22"/>
                <a:gd name="T6" fmla="*/ 10 w 21"/>
                <a:gd name="T7" fmla="*/ 11 h 22"/>
                <a:gd name="T8" fmla="*/ 14 w 21"/>
                <a:gd name="T9" fmla="*/ 11 h 22"/>
                <a:gd name="T10" fmla="*/ 14 w 21"/>
                <a:gd name="T11" fmla="*/ 7 h 22"/>
                <a:gd name="T12" fmla="*/ 14 w 21"/>
                <a:gd name="T13" fmla="*/ 4 h 22"/>
                <a:gd name="T14" fmla="*/ 10 w 21"/>
                <a:gd name="T15" fmla="*/ 3 h 22"/>
                <a:gd name="T16" fmla="*/ 10 w 21"/>
                <a:gd name="T17" fmla="*/ 3 h 22"/>
                <a:gd name="T18" fmla="*/ 10 w 21"/>
                <a:gd name="T19" fmla="*/ 0 h 22"/>
                <a:gd name="T20" fmla="*/ 18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0 w 21"/>
                <a:gd name="T27" fmla="*/ 22 h 22"/>
                <a:gd name="T28" fmla="*/ 10 w 21"/>
                <a:gd name="T29" fmla="*/ 20 h 22"/>
                <a:gd name="T30" fmla="*/ 13 w 21"/>
                <a:gd name="T31" fmla="*/ 18 h 22"/>
                <a:gd name="T32" fmla="*/ 15 w 21"/>
                <a:gd name="T33" fmla="*/ 13 h 22"/>
                <a:gd name="T34" fmla="*/ 10 w 21"/>
                <a:gd name="T35" fmla="*/ 14 h 22"/>
                <a:gd name="T36" fmla="*/ 9 w 21"/>
                <a:gd name="T37" fmla="*/ 15 h 22"/>
                <a:gd name="T38" fmla="*/ 2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0 w 21"/>
                <a:gd name="T45" fmla="*/ 0 h 22"/>
                <a:gd name="T46" fmla="*/ 10 w 21"/>
                <a:gd name="T47" fmla="*/ 0 h 22"/>
                <a:gd name="T48" fmla="*/ 10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7 w 21"/>
                <a:gd name="T55" fmla="*/ 10 h 22"/>
                <a:gd name="T56" fmla="*/ 10 w 21"/>
                <a:gd name="T57" fmla="*/ 11 h 22"/>
                <a:gd name="T58" fmla="*/ 10 w 21"/>
                <a:gd name="T59" fmla="*/ 11 h 22"/>
                <a:gd name="T60" fmla="*/ 10 w 21"/>
                <a:gd name="T61" fmla="*/ 14 h 22"/>
                <a:gd name="T62" fmla="*/ 10 w 21"/>
                <a:gd name="T63" fmla="*/ 22 h 22"/>
                <a:gd name="T64" fmla="*/ 9 w 21"/>
                <a:gd name="T65" fmla="*/ 22 h 22"/>
                <a:gd name="T66" fmla="*/ 4 w 21"/>
                <a:gd name="T67" fmla="*/ 21 h 22"/>
                <a:gd name="T68" fmla="*/ 1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0 w 21"/>
                <a:gd name="T83" fmla="*/ 20 h 22"/>
                <a:gd name="T84" fmla="*/ 10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4" y="9"/>
                    <a:pt x="14" y="7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0" y="22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0" y="14"/>
                  </a:moveTo>
                  <a:cubicBezTo>
                    <a:pt x="10" y="15"/>
                    <a:pt x="9" y="15"/>
                    <a:pt x="9" y="15"/>
                  </a:cubicBezTo>
                  <a:cubicBezTo>
                    <a:pt x="6" y="15"/>
                    <a:pt x="4" y="14"/>
                    <a:pt x="2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7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close/>
                  <a:moveTo>
                    <a:pt x="10" y="22"/>
                  </a:moveTo>
                  <a:cubicBezTo>
                    <a:pt x="10" y="22"/>
                    <a:pt x="10" y="22"/>
                    <a:pt x="9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1" y="19"/>
                    <a:pt x="1" y="18"/>
                  </a:cubicBezTo>
                  <a:cubicBezTo>
                    <a:pt x="1" y="17"/>
                    <a:pt x="2" y="17"/>
                    <a:pt x="2" y="16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5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8" y="19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1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B727287E-50B9-2E65-DAE6-6C4F10B734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20" y="5614572"/>
              <a:ext cx="46311" cy="47469"/>
            </a:xfrm>
            <a:custGeom>
              <a:avLst/>
              <a:gdLst>
                <a:gd name="T0" fmla="*/ 15 w 21"/>
                <a:gd name="T1" fmla="*/ 13 h 22"/>
                <a:gd name="T2" fmla="*/ 12 w 21"/>
                <a:gd name="T3" fmla="*/ 14 h 22"/>
                <a:gd name="T4" fmla="*/ 11 w 21"/>
                <a:gd name="T5" fmla="*/ 14 h 22"/>
                <a:gd name="T6" fmla="*/ 11 w 21"/>
                <a:gd name="T7" fmla="*/ 11 h 22"/>
                <a:gd name="T8" fmla="*/ 14 w 21"/>
                <a:gd name="T9" fmla="*/ 11 h 22"/>
                <a:gd name="T10" fmla="*/ 15 w 21"/>
                <a:gd name="T11" fmla="*/ 7 h 22"/>
                <a:gd name="T12" fmla="*/ 14 w 21"/>
                <a:gd name="T13" fmla="*/ 4 h 22"/>
                <a:gd name="T14" fmla="*/ 11 w 21"/>
                <a:gd name="T15" fmla="*/ 3 h 22"/>
                <a:gd name="T16" fmla="*/ 11 w 21"/>
                <a:gd name="T17" fmla="*/ 3 h 22"/>
                <a:gd name="T18" fmla="*/ 11 w 21"/>
                <a:gd name="T19" fmla="*/ 0 h 22"/>
                <a:gd name="T20" fmla="*/ 19 w 21"/>
                <a:gd name="T21" fmla="*/ 3 h 22"/>
                <a:gd name="T22" fmla="*/ 21 w 21"/>
                <a:gd name="T23" fmla="*/ 11 h 22"/>
                <a:gd name="T24" fmla="*/ 18 w 21"/>
                <a:gd name="T25" fmla="*/ 19 h 22"/>
                <a:gd name="T26" fmla="*/ 11 w 21"/>
                <a:gd name="T27" fmla="*/ 22 h 22"/>
                <a:gd name="T28" fmla="*/ 11 w 21"/>
                <a:gd name="T29" fmla="*/ 20 h 22"/>
                <a:gd name="T30" fmla="*/ 14 w 21"/>
                <a:gd name="T31" fmla="*/ 18 h 22"/>
                <a:gd name="T32" fmla="*/ 15 w 21"/>
                <a:gd name="T33" fmla="*/ 13 h 22"/>
                <a:gd name="T34" fmla="*/ 11 w 21"/>
                <a:gd name="T35" fmla="*/ 14 h 22"/>
                <a:gd name="T36" fmla="*/ 9 w 21"/>
                <a:gd name="T37" fmla="*/ 15 h 22"/>
                <a:gd name="T38" fmla="*/ 3 w 21"/>
                <a:gd name="T39" fmla="*/ 13 h 22"/>
                <a:gd name="T40" fmla="*/ 0 w 21"/>
                <a:gd name="T41" fmla="*/ 8 h 22"/>
                <a:gd name="T42" fmla="*/ 3 w 21"/>
                <a:gd name="T43" fmla="*/ 2 h 22"/>
                <a:gd name="T44" fmla="*/ 11 w 21"/>
                <a:gd name="T45" fmla="*/ 0 h 22"/>
                <a:gd name="T46" fmla="*/ 11 w 21"/>
                <a:gd name="T47" fmla="*/ 0 h 22"/>
                <a:gd name="T48" fmla="*/ 11 w 21"/>
                <a:gd name="T49" fmla="*/ 3 h 22"/>
                <a:gd name="T50" fmla="*/ 8 w 21"/>
                <a:gd name="T51" fmla="*/ 4 h 22"/>
                <a:gd name="T52" fmla="*/ 6 w 21"/>
                <a:gd name="T53" fmla="*/ 7 h 22"/>
                <a:gd name="T54" fmla="*/ 8 w 21"/>
                <a:gd name="T55" fmla="*/ 10 h 22"/>
                <a:gd name="T56" fmla="*/ 10 w 21"/>
                <a:gd name="T57" fmla="*/ 11 h 22"/>
                <a:gd name="T58" fmla="*/ 11 w 21"/>
                <a:gd name="T59" fmla="*/ 11 h 22"/>
                <a:gd name="T60" fmla="*/ 11 w 21"/>
                <a:gd name="T61" fmla="*/ 14 h 22"/>
                <a:gd name="T62" fmla="*/ 11 w 21"/>
                <a:gd name="T63" fmla="*/ 22 h 22"/>
                <a:gd name="T64" fmla="*/ 10 w 21"/>
                <a:gd name="T65" fmla="*/ 22 h 22"/>
                <a:gd name="T66" fmla="*/ 4 w 21"/>
                <a:gd name="T67" fmla="*/ 21 h 22"/>
                <a:gd name="T68" fmla="*/ 2 w 21"/>
                <a:gd name="T69" fmla="*/ 18 h 22"/>
                <a:gd name="T70" fmla="*/ 2 w 21"/>
                <a:gd name="T71" fmla="*/ 16 h 22"/>
                <a:gd name="T72" fmla="*/ 4 w 21"/>
                <a:gd name="T73" fmla="*/ 16 h 22"/>
                <a:gd name="T74" fmla="*/ 7 w 21"/>
                <a:gd name="T75" fmla="*/ 18 h 22"/>
                <a:gd name="T76" fmla="*/ 7 w 21"/>
                <a:gd name="T77" fmla="*/ 18 h 22"/>
                <a:gd name="T78" fmla="*/ 8 w 21"/>
                <a:gd name="T79" fmla="*/ 19 h 22"/>
                <a:gd name="T80" fmla="*/ 9 w 21"/>
                <a:gd name="T81" fmla="*/ 20 h 22"/>
                <a:gd name="T82" fmla="*/ 11 w 21"/>
                <a:gd name="T83" fmla="*/ 20 h 22"/>
                <a:gd name="T84" fmla="*/ 11 w 21"/>
                <a:gd name="T8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22">
                  <a:moveTo>
                    <a:pt x="15" y="13"/>
                  </a:moveTo>
                  <a:cubicBezTo>
                    <a:pt x="14" y="14"/>
                    <a:pt x="13" y="14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3" y="11"/>
                    <a:pt x="14" y="11"/>
                  </a:cubicBezTo>
                  <a:cubicBezTo>
                    <a:pt x="14" y="10"/>
                    <a:pt x="15" y="9"/>
                    <a:pt x="15" y="7"/>
                  </a:cubicBezTo>
                  <a:cubicBezTo>
                    <a:pt x="15" y="6"/>
                    <a:pt x="14" y="5"/>
                    <a:pt x="14" y="4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7" y="1"/>
                    <a:pt x="19" y="3"/>
                  </a:cubicBezTo>
                  <a:cubicBezTo>
                    <a:pt x="20" y="5"/>
                    <a:pt x="21" y="7"/>
                    <a:pt x="21" y="11"/>
                  </a:cubicBezTo>
                  <a:cubicBezTo>
                    <a:pt x="21" y="14"/>
                    <a:pt x="20" y="17"/>
                    <a:pt x="18" y="19"/>
                  </a:cubicBezTo>
                  <a:cubicBezTo>
                    <a:pt x="16" y="21"/>
                    <a:pt x="14" y="22"/>
                    <a:pt x="11" y="2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19"/>
                    <a:pt x="13" y="19"/>
                    <a:pt x="14" y="18"/>
                  </a:cubicBezTo>
                  <a:cubicBezTo>
                    <a:pt x="14" y="17"/>
                    <a:pt x="15" y="15"/>
                    <a:pt x="15" y="13"/>
                  </a:cubicBezTo>
                  <a:close/>
                  <a:moveTo>
                    <a:pt x="11" y="14"/>
                  </a:moveTo>
                  <a:cubicBezTo>
                    <a:pt x="10" y="15"/>
                    <a:pt x="10" y="15"/>
                    <a:pt x="9" y="15"/>
                  </a:cubicBezTo>
                  <a:cubicBezTo>
                    <a:pt x="6" y="15"/>
                    <a:pt x="4" y="14"/>
                    <a:pt x="3" y="13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5"/>
                    <a:pt x="1" y="4"/>
                    <a:pt x="3" y="2"/>
                  </a:cubicBezTo>
                  <a:cubicBezTo>
                    <a:pt x="5" y="1"/>
                    <a:pt x="8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3"/>
                    <a:pt x="8" y="3"/>
                    <a:pt x="8" y="4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6" y="9"/>
                    <a:pt x="7" y="10"/>
                    <a:pt x="8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4"/>
                    <a:pt x="11" y="14"/>
                    <a:pt x="11" y="14"/>
                  </a:cubicBezTo>
                  <a:close/>
                  <a:moveTo>
                    <a:pt x="11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7" y="22"/>
                    <a:pt x="5" y="22"/>
                    <a:pt x="4" y="21"/>
                  </a:cubicBezTo>
                  <a:cubicBezTo>
                    <a:pt x="2" y="20"/>
                    <a:pt x="2" y="19"/>
                    <a:pt x="2" y="18"/>
                  </a:cubicBezTo>
                  <a:cubicBezTo>
                    <a:pt x="2" y="17"/>
                    <a:pt x="2" y="17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6" y="16"/>
                    <a:pt x="6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8" y="19"/>
                    <a:pt x="8" y="19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20"/>
                    <a:pt x="11" y="20"/>
                  </a:cubicBezTo>
                  <a:lnTo>
                    <a:pt x="11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98F92EAA-AF73-33AD-340C-D3233BE796DE}"/>
                </a:ext>
              </a:extLst>
            </p:cNvPr>
            <p:cNvSpPr/>
            <p:nvPr/>
          </p:nvSpPr>
          <p:spPr bwMode="auto">
            <a:xfrm>
              <a:off x="989076" y="5614572"/>
              <a:ext cx="48626" cy="47469"/>
            </a:xfrm>
            <a:custGeom>
              <a:avLst/>
              <a:gdLst>
                <a:gd name="T0" fmla="*/ 0 w 22"/>
                <a:gd name="T1" fmla="*/ 22 h 22"/>
                <a:gd name="T2" fmla="*/ 10 w 22"/>
                <a:gd name="T3" fmla="*/ 12 h 22"/>
                <a:gd name="T4" fmla="*/ 14 w 22"/>
                <a:gd name="T5" fmla="*/ 6 h 22"/>
                <a:gd name="T6" fmla="*/ 13 w 22"/>
                <a:gd name="T7" fmla="*/ 4 h 22"/>
                <a:gd name="T8" fmla="*/ 10 w 22"/>
                <a:gd name="T9" fmla="*/ 3 h 22"/>
                <a:gd name="T10" fmla="*/ 7 w 22"/>
                <a:gd name="T11" fmla="*/ 3 h 22"/>
                <a:gd name="T12" fmla="*/ 6 w 22"/>
                <a:gd name="T13" fmla="*/ 5 h 22"/>
                <a:gd name="T14" fmla="*/ 7 w 22"/>
                <a:gd name="T15" fmla="*/ 6 h 22"/>
                <a:gd name="T16" fmla="*/ 7 w 22"/>
                <a:gd name="T17" fmla="*/ 7 h 22"/>
                <a:gd name="T18" fmla="*/ 6 w 22"/>
                <a:gd name="T19" fmla="*/ 9 h 22"/>
                <a:gd name="T20" fmla="*/ 4 w 22"/>
                <a:gd name="T21" fmla="*/ 9 h 22"/>
                <a:gd name="T22" fmla="*/ 2 w 22"/>
                <a:gd name="T23" fmla="*/ 9 h 22"/>
                <a:gd name="T24" fmla="*/ 1 w 22"/>
                <a:gd name="T25" fmla="*/ 7 h 22"/>
                <a:gd name="T26" fmla="*/ 11 w 22"/>
                <a:gd name="T27" fmla="*/ 0 h 22"/>
                <a:gd name="T28" fmla="*/ 18 w 22"/>
                <a:gd name="T29" fmla="*/ 2 h 22"/>
                <a:gd name="T30" fmla="*/ 18 w 22"/>
                <a:gd name="T31" fmla="*/ 12 h 22"/>
                <a:gd name="T32" fmla="*/ 6 w 22"/>
                <a:gd name="T33" fmla="*/ 17 h 22"/>
                <a:gd name="T34" fmla="*/ 8 w 22"/>
                <a:gd name="T35" fmla="*/ 19 h 22"/>
                <a:gd name="T36" fmla="*/ 17 w 22"/>
                <a:gd name="T37" fmla="*/ 18 h 22"/>
                <a:gd name="T38" fmla="*/ 19 w 22"/>
                <a:gd name="T39" fmla="*/ 15 h 22"/>
                <a:gd name="T40" fmla="*/ 21 w 22"/>
                <a:gd name="T41" fmla="*/ 15 h 22"/>
                <a:gd name="T42" fmla="*/ 22 w 22"/>
                <a:gd name="T43" fmla="*/ 22 h 22"/>
                <a:gd name="T44" fmla="*/ 0 w 22"/>
                <a:gd name="T4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0" y="22"/>
                  </a:moveTo>
                  <a:cubicBezTo>
                    <a:pt x="1" y="15"/>
                    <a:pt x="4" y="14"/>
                    <a:pt x="10" y="12"/>
                  </a:cubicBezTo>
                  <a:cubicBezTo>
                    <a:pt x="13" y="11"/>
                    <a:pt x="14" y="8"/>
                    <a:pt x="14" y="6"/>
                  </a:cubicBezTo>
                  <a:cubicBezTo>
                    <a:pt x="14" y="5"/>
                    <a:pt x="13" y="4"/>
                    <a:pt x="13" y="4"/>
                  </a:cubicBezTo>
                  <a:cubicBezTo>
                    <a:pt x="12" y="3"/>
                    <a:pt x="11" y="3"/>
                    <a:pt x="10" y="3"/>
                  </a:cubicBezTo>
                  <a:cubicBezTo>
                    <a:pt x="9" y="3"/>
                    <a:pt x="8" y="3"/>
                    <a:pt x="7" y="3"/>
                  </a:cubicBezTo>
                  <a:cubicBezTo>
                    <a:pt x="7" y="4"/>
                    <a:pt x="6" y="4"/>
                    <a:pt x="6" y="5"/>
                  </a:cubicBezTo>
                  <a:cubicBezTo>
                    <a:pt x="6" y="5"/>
                    <a:pt x="7" y="5"/>
                    <a:pt x="7" y="6"/>
                  </a:cubicBezTo>
                  <a:cubicBezTo>
                    <a:pt x="7" y="6"/>
                    <a:pt x="7" y="7"/>
                    <a:pt x="7" y="7"/>
                  </a:cubicBezTo>
                  <a:cubicBezTo>
                    <a:pt x="7" y="8"/>
                    <a:pt x="7" y="8"/>
                    <a:pt x="6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3" y="9"/>
                    <a:pt x="3" y="9"/>
                    <a:pt x="2" y="9"/>
                  </a:cubicBezTo>
                  <a:cubicBezTo>
                    <a:pt x="1" y="8"/>
                    <a:pt x="1" y="7"/>
                    <a:pt x="1" y="7"/>
                  </a:cubicBezTo>
                  <a:cubicBezTo>
                    <a:pt x="1" y="2"/>
                    <a:pt x="7" y="0"/>
                    <a:pt x="11" y="0"/>
                  </a:cubicBezTo>
                  <a:cubicBezTo>
                    <a:pt x="14" y="0"/>
                    <a:pt x="16" y="1"/>
                    <a:pt x="18" y="2"/>
                  </a:cubicBezTo>
                  <a:cubicBezTo>
                    <a:pt x="22" y="4"/>
                    <a:pt x="22" y="10"/>
                    <a:pt x="18" y="12"/>
                  </a:cubicBezTo>
                  <a:cubicBezTo>
                    <a:pt x="15" y="14"/>
                    <a:pt x="6" y="14"/>
                    <a:pt x="6" y="17"/>
                  </a:cubicBezTo>
                  <a:cubicBezTo>
                    <a:pt x="6" y="18"/>
                    <a:pt x="6" y="19"/>
                    <a:pt x="8" y="19"/>
                  </a:cubicBezTo>
                  <a:cubicBezTo>
                    <a:pt x="9" y="19"/>
                    <a:pt x="16" y="18"/>
                    <a:pt x="17" y="18"/>
                  </a:cubicBezTo>
                  <a:cubicBezTo>
                    <a:pt x="18" y="17"/>
                    <a:pt x="18" y="16"/>
                    <a:pt x="19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701AC879-0866-9E94-82AF-9612F02C5B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284" y="5592575"/>
              <a:ext cx="299864" cy="439953"/>
            </a:xfrm>
            <a:custGeom>
              <a:avLst/>
              <a:gdLst>
                <a:gd name="T0" fmla="*/ 127 w 138"/>
                <a:gd name="T1" fmla="*/ 4 h 202"/>
                <a:gd name="T2" fmla="*/ 131 w 138"/>
                <a:gd name="T3" fmla="*/ 11 h 202"/>
                <a:gd name="T4" fmla="*/ 122 w 138"/>
                <a:gd name="T5" fmla="*/ 12 h 202"/>
                <a:gd name="T6" fmla="*/ 114 w 138"/>
                <a:gd name="T7" fmla="*/ 25 h 202"/>
                <a:gd name="T8" fmla="*/ 116 w 138"/>
                <a:gd name="T9" fmla="*/ 11 h 202"/>
                <a:gd name="T10" fmla="*/ 113 w 138"/>
                <a:gd name="T11" fmla="*/ 134 h 202"/>
                <a:gd name="T12" fmla="*/ 114 w 138"/>
                <a:gd name="T13" fmla="*/ 123 h 202"/>
                <a:gd name="T14" fmla="*/ 112 w 138"/>
                <a:gd name="T15" fmla="*/ 126 h 202"/>
                <a:gd name="T16" fmla="*/ 112 w 138"/>
                <a:gd name="T17" fmla="*/ 97 h 202"/>
                <a:gd name="T18" fmla="*/ 130 w 138"/>
                <a:gd name="T19" fmla="*/ 96 h 202"/>
                <a:gd name="T20" fmla="*/ 118 w 138"/>
                <a:gd name="T21" fmla="*/ 105 h 202"/>
                <a:gd name="T22" fmla="*/ 129 w 138"/>
                <a:gd name="T23" fmla="*/ 106 h 202"/>
                <a:gd name="T24" fmla="*/ 112 w 138"/>
                <a:gd name="T25" fmla="*/ 109 h 202"/>
                <a:gd name="T26" fmla="*/ 127 w 138"/>
                <a:gd name="T27" fmla="*/ 87 h 202"/>
                <a:gd name="T28" fmla="*/ 130 w 138"/>
                <a:gd name="T29" fmla="*/ 76 h 202"/>
                <a:gd name="T30" fmla="*/ 114 w 138"/>
                <a:gd name="T31" fmla="*/ 84 h 202"/>
                <a:gd name="T32" fmla="*/ 123 w 138"/>
                <a:gd name="T33" fmla="*/ 70 h 202"/>
                <a:gd name="T34" fmla="*/ 118 w 138"/>
                <a:gd name="T35" fmla="*/ 82 h 202"/>
                <a:gd name="T36" fmla="*/ 133 w 138"/>
                <a:gd name="T37" fmla="*/ 71 h 202"/>
                <a:gd name="T38" fmla="*/ 137 w 138"/>
                <a:gd name="T39" fmla="*/ 64 h 202"/>
                <a:gd name="T40" fmla="*/ 117 w 138"/>
                <a:gd name="T41" fmla="*/ 63 h 202"/>
                <a:gd name="T42" fmla="*/ 118 w 138"/>
                <a:gd name="T43" fmla="*/ 55 h 202"/>
                <a:gd name="T44" fmla="*/ 138 w 138"/>
                <a:gd name="T45" fmla="*/ 53 h 202"/>
                <a:gd name="T46" fmla="*/ 116 w 138"/>
                <a:gd name="T47" fmla="*/ 36 h 202"/>
                <a:gd name="T48" fmla="*/ 138 w 138"/>
                <a:gd name="T49" fmla="*/ 42 h 202"/>
                <a:gd name="T50" fmla="*/ 116 w 138"/>
                <a:gd name="T51" fmla="*/ 42 h 202"/>
                <a:gd name="T52" fmla="*/ 113 w 138"/>
                <a:gd name="T53" fmla="*/ 28 h 202"/>
                <a:gd name="T54" fmla="*/ 112 w 138"/>
                <a:gd name="T55" fmla="*/ 4 h 202"/>
                <a:gd name="T56" fmla="*/ 105 w 138"/>
                <a:gd name="T57" fmla="*/ 1 h 202"/>
                <a:gd name="T58" fmla="*/ 112 w 138"/>
                <a:gd name="T59" fmla="*/ 21 h 202"/>
                <a:gd name="T60" fmla="*/ 112 w 138"/>
                <a:gd name="T61" fmla="*/ 109 h 202"/>
                <a:gd name="T62" fmla="*/ 108 w 138"/>
                <a:gd name="T63" fmla="*/ 98 h 202"/>
                <a:gd name="T64" fmla="*/ 108 w 138"/>
                <a:gd name="T65" fmla="*/ 126 h 202"/>
                <a:gd name="T66" fmla="*/ 112 w 138"/>
                <a:gd name="T67" fmla="*/ 139 h 202"/>
                <a:gd name="T68" fmla="*/ 94 w 138"/>
                <a:gd name="T69" fmla="*/ 131 h 202"/>
                <a:gd name="T70" fmla="*/ 102 w 138"/>
                <a:gd name="T71" fmla="*/ 119 h 202"/>
                <a:gd name="T72" fmla="*/ 105 w 138"/>
                <a:gd name="T73" fmla="*/ 126 h 202"/>
                <a:gd name="T74" fmla="*/ 93 w 138"/>
                <a:gd name="T75" fmla="*/ 150 h 202"/>
                <a:gd name="T76" fmla="*/ 93 w 138"/>
                <a:gd name="T77" fmla="*/ 131 h 202"/>
                <a:gd name="T78" fmla="*/ 83 w 138"/>
                <a:gd name="T79" fmla="*/ 156 h 202"/>
                <a:gd name="T80" fmla="*/ 78 w 138"/>
                <a:gd name="T81" fmla="*/ 147 h 202"/>
                <a:gd name="T82" fmla="*/ 87 w 138"/>
                <a:gd name="T83" fmla="*/ 141 h 202"/>
                <a:gd name="T84" fmla="*/ 89 w 138"/>
                <a:gd name="T85" fmla="*/ 136 h 202"/>
                <a:gd name="T86" fmla="*/ 75 w 138"/>
                <a:gd name="T87" fmla="*/ 177 h 202"/>
                <a:gd name="T88" fmla="*/ 80 w 138"/>
                <a:gd name="T89" fmla="*/ 173 h 202"/>
                <a:gd name="T90" fmla="*/ 70 w 138"/>
                <a:gd name="T91" fmla="*/ 153 h 202"/>
                <a:gd name="T92" fmla="*/ 70 w 138"/>
                <a:gd name="T93" fmla="*/ 178 h 202"/>
                <a:gd name="T94" fmla="*/ 59 w 138"/>
                <a:gd name="T95" fmla="*/ 162 h 202"/>
                <a:gd name="T96" fmla="*/ 66 w 138"/>
                <a:gd name="T97" fmla="*/ 158 h 202"/>
                <a:gd name="T98" fmla="*/ 58 w 138"/>
                <a:gd name="T99" fmla="*/ 161 h 202"/>
                <a:gd name="T100" fmla="*/ 57 w 138"/>
                <a:gd name="T101" fmla="*/ 187 h 202"/>
                <a:gd name="T102" fmla="*/ 48 w 138"/>
                <a:gd name="T103" fmla="*/ 191 h 202"/>
                <a:gd name="T104" fmla="*/ 35 w 138"/>
                <a:gd name="T105" fmla="*/ 178 h 202"/>
                <a:gd name="T106" fmla="*/ 55 w 138"/>
                <a:gd name="T107" fmla="*/ 180 h 202"/>
                <a:gd name="T108" fmla="*/ 53 w 138"/>
                <a:gd name="T109" fmla="*/ 164 h 202"/>
                <a:gd name="T110" fmla="*/ 25 w 138"/>
                <a:gd name="T111" fmla="*/ 178 h 202"/>
                <a:gd name="T112" fmla="*/ 17 w 138"/>
                <a:gd name="T113" fmla="*/ 201 h 202"/>
                <a:gd name="T114" fmla="*/ 0 w 138"/>
                <a:gd name="T115" fmla="*/ 182 h 202"/>
                <a:gd name="T116" fmla="*/ 9 w 138"/>
                <a:gd name="T117" fmla="*/ 183 h 202"/>
                <a:gd name="T118" fmla="*/ 20 w 138"/>
                <a:gd name="T119" fmla="*/ 181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8" h="202">
                  <a:moveTo>
                    <a:pt x="112" y="4"/>
                  </a:moveTo>
                  <a:cubicBezTo>
                    <a:pt x="112" y="4"/>
                    <a:pt x="113" y="5"/>
                    <a:pt x="114" y="5"/>
                  </a:cubicBezTo>
                  <a:cubicBezTo>
                    <a:pt x="115" y="5"/>
                    <a:pt x="116" y="5"/>
                    <a:pt x="118" y="6"/>
                  </a:cubicBezTo>
                  <a:cubicBezTo>
                    <a:pt x="119" y="6"/>
                    <a:pt x="120" y="6"/>
                    <a:pt x="121" y="6"/>
                  </a:cubicBezTo>
                  <a:cubicBezTo>
                    <a:pt x="121" y="6"/>
                    <a:pt x="122" y="6"/>
                    <a:pt x="123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4"/>
                    <a:pt x="127" y="4"/>
                    <a:pt x="127" y="4"/>
                  </a:cubicBezTo>
                  <a:cubicBezTo>
                    <a:pt x="127" y="4"/>
                    <a:pt x="127" y="3"/>
                    <a:pt x="127" y="3"/>
                  </a:cubicBezTo>
                  <a:cubicBezTo>
                    <a:pt x="127" y="3"/>
                    <a:pt x="127" y="2"/>
                    <a:pt x="127" y="2"/>
                  </a:cubicBezTo>
                  <a:cubicBezTo>
                    <a:pt x="127" y="1"/>
                    <a:pt x="127" y="1"/>
                    <a:pt x="12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1" y="12"/>
                    <a:pt x="131" y="12"/>
                    <a:pt x="131" y="12"/>
                  </a:cubicBezTo>
                  <a:cubicBezTo>
                    <a:pt x="131" y="12"/>
                    <a:pt x="131" y="12"/>
                    <a:pt x="131" y="11"/>
                  </a:cubicBezTo>
                  <a:cubicBezTo>
                    <a:pt x="130" y="11"/>
                    <a:pt x="130" y="10"/>
                    <a:pt x="130" y="10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9" y="9"/>
                    <a:pt x="128" y="10"/>
                    <a:pt x="128" y="1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11"/>
                    <a:pt x="124" y="11"/>
                    <a:pt x="123" y="11"/>
                  </a:cubicBezTo>
                  <a:cubicBezTo>
                    <a:pt x="123" y="11"/>
                    <a:pt x="123" y="11"/>
                    <a:pt x="123" y="12"/>
                  </a:cubicBezTo>
                  <a:cubicBezTo>
                    <a:pt x="123" y="12"/>
                    <a:pt x="122" y="12"/>
                    <a:pt x="122" y="12"/>
                  </a:cubicBezTo>
                  <a:cubicBezTo>
                    <a:pt x="122" y="13"/>
                    <a:pt x="122" y="13"/>
                    <a:pt x="121" y="13"/>
                  </a:cubicBezTo>
                  <a:cubicBezTo>
                    <a:pt x="120" y="15"/>
                    <a:pt x="119" y="16"/>
                    <a:pt x="118" y="17"/>
                  </a:cubicBezTo>
                  <a:cubicBezTo>
                    <a:pt x="117" y="18"/>
                    <a:pt x="116" y="19"/>
                    <a:pt x="115" y="20"/>
                  </a:cubicBezTo>
                  <a:cubicBezTo>
                    <a:pt x="115" y="21"/>
                    <a:pt x="115" y="21"/>
                    <a:pt x="114" y="21"/>
                  </a:cubicBezTo>
                  <a:cubicBezTo>
                    <a:pt x="114" y="22"/>
                    <a:pt x="114" y="22"/>
                    <a:pt x="114" y="23"/>
                  </a:cubicBezTo>
                  <a:cubicBezTo>
                    <a:pt x="114" y="23"/>
                    <a:pt x="114" y="24"/>
                    <a:pt x="114" y="24"/>
                  </a:cubicBezTo>
                  <a:cubicBezTo>
                    <a:pt x="114" y="24"/>
                    <a:pt x="114" y="25"/>
                    <a:pt x="114" y="25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1"/>
                    <a:pt x="112" y="21"/>
                    <a:pt x="112" y="21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3" y="14"/>
                    <a:pt x="114" y="14"/>
                  </a:cubicBezTo>
                  <a:cubicBezTo>
                    <a:pt x="114" y="13"/>
                    <a:pt x="115" y="12"/>
                    <a:pt x="116" y="11"/>
                  </a:cubicBezTo>
                  <a:cubicBezTo>
                    <a:pt x="117" y="10"/>
                    <a:pt x="118" y="9"/>
                    <a:pt x="119" y="8"/>
                  </a:cubicBezTo>
                  <a:cubicBezTo>
                    <a:pt x="116" y="7"/>
                    <a:pt x="113" y="6"/>
                    <a:pt x="112" y="6"/>
                  </a:cubicBezTo>
                  <a:cubicBezTo>
                    <a:pt x="112" y="4"/>
                    <a:pt x="112" y="4"/>
                    <a:pt x="112" y="4"/>
                  </a:cubicBezTo>
                  <a:close/>
                  <a:moveTo>
                    <a:pt x="112" y="139"/>
                  </a:move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3"/>
                    <a:pt x="114" y="133"/>
                    <a:pt x="114" y="132"/>
                  </a:cubicBezTo>
                  <a:cubicBezTo>
                    <a:pt x="114" y="132"/>
                    <a:pt x="115" y="132"/>
                    <a:pt x="115" y="131"/>
                  </a:cubicBezTo>
                  <a:cubicBezTo>
                    <a:pt x="115" y="131"/>
                    <a:pt x="116" y="130"/>
                    <a:pt x="116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8"/>
                    <a:pt x="116" y="128"/>
                    <a:pt x="116" y="127"/>
                  </a:cubicBezTo>
                  <a:cubicBezTo>
                    <a:pt x="116" y="127"/>
                    <a:pt x="116" y="126"/>
                    <a:pt x="115" y="125"/>
                  </a:cubicBezTo>
                  <a:cubicBezTo>
                    <a:pt x="114" y="124"/>
                    <a:pt x="114" y="123"/>
                    <a:pt x="114" y="123"/>
                  </a:cubicBezTo>
                  <a:cubicBezTo>
                    <a:pt x="114" y="122"/>
                    <a:pt x="114" y="122"/>
                    <a:pt x="114" y="122"/>
                  </a:cubicBezTo>
                  <a:cubicBezTo>
                    <a:pt x="120" y="126"/>
                    <a:pt x="120" y="126"/>
                    <a:pt x="120" y="126"/>
                  </a:cubicBezTo>
                  <a:cubicBezTo>
                    <a:pt x="112" y="139"/>
                    <a:pt x="112" y="139"/>
                    <a:pt x="112" y="139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112" y="109"/>
                  </a:moveTo>
                  <a:cubicBezTo>
                    <a:pt x="112" y="103"/>
                    <a:pt x="112" y="103"/>
                    <a:pt x="112" y="103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18" y="103"/>
                    <a:pt x="118" y="101"/>
                    <a:pt x="117" y="100"/>
                  </a:cubicBezTo>
                  <a:cubicBezTo>
                    <a:pt x="117" y="99"/>
                    <a:pt x="116" y="98"/>
                    <a:pt x="114" y="98"/>
                  </a:cubicBezTo>
                  <a:cubicBezTo>
                    <a:pt x="113" y="97"/>
                    <a:pt x="112" y="97"/>
                    <a:pt x="112" y="97"/>
                  </a:cubicBezTo>
                  <a:cubicBezTo>
                    <a:pt x="112" y="92"/>
                    <a:pt x="112" y="92"/>
                    <a:pt x="112" y="92"/>
                  </a:cubicBezTo>
                  <a:cubicBezTo>
                    <a:pt x="113" y="91"/>
                    <a:pt x="114" y="91"/>
                    <a:pt x="116" y="92"/>
                  </a:cubicBezTo>
                  <a:cubicBezTo>
                    <a:pt x="117" y="92"/>
                    <a:pt x="119" y="93"/>
                    <a:pt x="119" y="94"/>
                  </a:cubicBezTo>
                  <a:cubicBezTo>
                    <a:pt x="119" y="96"/>
                    <a:pt x="120" y="97"/>
                    <a:pt x="120" y="99"/>
                  </a:cubicBezTo>
                  <a:cubicBezTo>
                    <a:pt x="121" y="99"/>
                    <a:pt x="122" y="98"/>
                    <a:pt x="123" y="98"/>
                  </a:cubicBezTo>
                  <a:cubicBezTo>
                    <a:pt x="125" y="98"/>
                    <a:pt x="127" y="97"/>
                    <a:pt x="128" y="96"/>
                  </a:cubicBezTo>
                  <a:cubicBezTo>
                    <a:pt x="129" y="96"/>
                    <a:pt x="129" y="96"/>
                    <a:pt x="130" y="96"/>
                  </a:cubicBezTo>
                  <a:cubicBezTo>
                    <a:pt x="131" y="96"/>
                    <a:pt x="131" y="95"/>
                    <a:pt x="131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2" y="94"/>
                    <a:pt x="132" y="93"/>
                    <a:pt x="132" y="93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0" y="102"/>
                    <a:pt x="130" y="102"/>
                    <a:pt x="130" y="102"/>
                  </a:cubicBezTo>
                  <a:cubicBezTo>
                    <a:pt x="128" y="102"/>
                    <a:pt x="126" y="103"/>
                    <a:pt x="124" y="103"/>
                  </a:cubicBezTo>
                  <a:cubicBezTo>
                    <a:pt x="122" y="104"/>
                    <a:pt x="121" y="104"/>
                    <a:pt x="118" y="105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25" y="108"/>
                    <a:pt x="125" y="108"/>
                    <a:pt x="125" y="108"/>
                  </a:cubicBezTo>
                  <a:cubicBezTo>
                    <a:pt x="126" y="108"/>
                    <a:pt x="126" y="108"/>
                    <a:pt x="126" y="108"/>
                  </a:cubicBezTo>
                  <a:cubicBezTo>
                    <a:pt x="126" y="108"/>
                    <a:pt x="127" y="107"/>
                    <a:pt x="127" y="107"/>
                  </a:cubicBezTo>
                  <a:cubicBezTo>
                    <a:pt x="127" y="107"/>
                    <a:pt x="127" y="106"/>
                    <a:pt x="127" y="106"/>
                  </a:cubicBezTo>
                  <a:cubicBezTo>
                    <a:pt x="129" y="106"/>
                    <a:pt x="129" y="106"/>
                    <a:pt x="129" y="10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3" y="117"/>
                    <a:pt x="123" y="117"/>
                    <a:pt x="123" y="117"/>
                  </a:cubicBezTo>
                  <a:cubicBezTo>
                    <a:pt x="123" y="117"/>
                    <a:pt x="123" y="117"/>
                    <a:pt x="123" y="116"/>
                  </a:cubicBezTo>
                  <a:cubicBezTo>
                    <a:pt x="123" y="116"/>
                    <a:pt x="123" y="115"/>
                    <a:pt x="123" y="115"/>
                  </a:cubicBezTo>
                  <a:cubicBezTo>
                    <a:pt x="123" y="115"/>
                    <a:pt x="123" y="114"/>
                    <a:pt x="123" y="114"/>
                  </a:cubicBezTo>
                  <a:cubicBezTo>
                    <a:pt x="123" y="114"/>
                    <a:pt x="123" y="114"/>
                    <a:pt x="122" y="113"/>
                  </a:cubicBezTo>
                  <a:cubicBezTo>
                    <a:pt x="112" y="109"/>
                    <a:pt x="112" y="109"/>
                    <a:pt x="112" y="109"/>
                  </a:cubicBezTo>
                  <a:close/>
                  <a:moveTo>
                    <a:pt x="137" y="80"/>
                  </a:moveTo>
                  <a:cubicBezTo>
                    <a:pt x="137" y="82"/>
                    <a:pt x="136" y="83"/>
                    <a:pt x="136" y="84"/>
                  </a:cubicBezTo>
                  <a:cubicBezTo>
                    <a:pt x="135" y="85"/>
                    <a:pt x="135" y="86"/>
                    <a:pt x="134" y="87"/>
                  </a:cubicBezTo>
                  <a:cubicBezTo>
                    <a:pt x="135" y="88"/>
                    <a:pt x="135" y="88"/>
                    <a:pt x="135" y="88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27" y="89"/>
                    <a:pt x="127" y="89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28" y="87"/>
                    <a:pt x="129" y="87"/>
                    <a:pt x="129" y="86"/>
                  </a:cubicBezTo>
                  <a:cubicBezTo>
                    <a:pt x="130" y="86"/>
                    <a:pt x="131" y="86"/>
                    <a:pt x="132" y="85"/>
                  </a:cubicBezTo>
                  <a:cubicBezTo>
                    <a:pt x="133" y="85"/>
                    <a:pt x="133" y="84"/>
                    <a:pt x="134" y="83"/>
                  </a:cubicBezTo>
                  <a:cubicBezTo>
                    <a:pt x="135" y="83"/>
                    <a:pt x="135" y="82"/>
                    <a:pt x="135" y="81"/>
                  </a:cubicBezTo>
                  <a:cubicBezTo>
                    <a:pt x="135" y="79"/>
                    <a:pt x="135" y="78"/>
                    <a:pt x="134" y="77"/>
                  </a:cubicBezTo>
                  <a:cubicBezTo>
                    <a:pt x="134" y="76"/>
                    <a:pt x="133" y="76"/>
                    <a:pt x="132" y="76"/>
                  </a:cubicBezTo>
                  <a:cubicBezTo>
                    <a:pt x="131" y="76"/>
                    <a:pt x="130" y="76"/>
                    <a:pt x="130" y="76"/>
                  </a:cubicBezTo>
                  <a:cubicBezTo>
                    <a:pt x="129" y="77"/>
                    <a:pt x="128" y="78"/>
                    <a:pt x="128" y="79"/>
                  </a:cubicBezTo>
                  <a:cubicBezTo>
                    <a:pt x="127" y="80"/>
                    <a:pt x="127" y="81"/>
                    <a:pt x="127" y="81"/>
                  </a:cubicBezTo>
                  <a:cubicBezTo>
                    <a:pt x="126" y="82"/>
                    <a:pt x="126" y="83"/>
                    <a:pt x="125" y="83"/>
                  </a:cubicBezTo>
                  <a:cubicBezTo>
                    <a:pt x="125" y="85"/>
                    <a:pt x="124" y="86"/>
                    <a:pt x="123" y="86"/>
                  </a:cubicBezTo>
                  <a:cubicBezTo>
                    <a:pt x="121" y="87"/>
                    <a:pt x="120" y="87"/>
                    <a:pt x="119" y="87"/>
                  </a:cubicBezTo>
                  <a:cubicBezTo>
                    <a:pt x="118" y="87"/>
                    <a:pt x="117" y="87"/>
                    <a:pt x="116" y="86"/>
                  </a:cubicBezTo>
                  <a:cubicBezTo>
                    <a:pt x="115" y="85"/>
                    <a:pt x="115" y="85"/>
                    <a:pt x="114" y="84"/>
                  </a:cubicBezTo>
                  <a:cubicBezTo>
                    <a:pt x="114" y="83"/>
                    <a:pt x="113" y="82"/>
                    <a:pt x="113" y="81"/>
                  </a:cubicBezTo>
                  <a:cubicBezTo>
                    <a:pt x="113" y="80"/>
                    <a:pt x="113" y="79"/>
                    <a:pt x="113" y="78"/>
                  </a:cubicBezTo>
                  <a:cubicBezTo>
                    <a:pt x="113" y="77"/>
                    <a:pt x="114" y="75"/>
                    <a:pt x="114" y="74"/>
                  </a:cubicBezTo>
                  <a:cubicBezTo>
                    <a:pt x="114" y="73"/>
                    <a:pt x="115" y="72"/>
                    <a:pt x="115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1" y="72"/>
                    <a:pt x="121" y="72"/>
                    <a:pt x="120" y="72"/>
                  </a:cubicBezTo>
                  <a:cubicBezTo>
                    <a:pt x="119" y="73"/>
                    <a:pt x="118" y="73"/>
                    <a:pt x="117" y="73"/>
                  </a:cubicBezTo>
                  <a:cubicBezTo>
                    <a:pt x="116" y="74"/>
                    <a:pt x="116" y="74"/>
                    <a:pt x="116" y="75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4" y="79"/>
                    <a:pt x="115" y="79"/>
                    <a:pt x="115" y="80"/>
                  </a:cubicBezTo>
                  <a:cubicBezTo>
                    <a:pt x="116" y="81"/>
                    <a:pt x="116" y="81"/>
                    <a:pt x="118" y="82"/>
                  </a:cubicBezTo>
                  <a:cubicBezTo>
                    <a:pt x="119" y="82"/>
                    <a:pt x="119" y="81"/>
                    <a:pt x="120" y="81"/>
                  </a:cubicBezTo>
                  <a:cubicBezTo>
                    <a:pt x="121" y="81"/>
                    <a:pt x="121" y="79"/>
                    <a:pt x="122" y="78"/>
                  </a:cubicBezTo>
                  <a:cubicBezTo>
                    <a:pt x="122" y="78"/>
                    <a:pt x="123" y="77"/>
                    <a:pt x="123" y="76"/>
                  </a:cubicBezTo>
                  <a:cubicBezTo>
                    <a:pt x="123" y="75"/>
                    <a:pt x="124" y="74"/>
                    <a:pt x="124" y="74"/>
                  </a:cubicBezTo>
                  <a:cubicBezTo>
                    <a:pt x="125" y="72"/>
                    <a:pt x="126" y="72"/>
                    <a:pt x="127" y="71"/>
                  </a:cubicBezTo>
                  <a:cubicBezTo>
                    <a:pt x="128" y="70"/>
                    <a:pt x="129" y="70"/>
                    <a:pt x="131" y="70"/>
                  </a:cubicBezTo>
                  <a:cubicBezTo>
                    <a:pt x="132" y="70"/>
                    <a:pt x="133" y="71"/>
                    <a:pt x="133" y="71"/>
                  </a:cubicBezTo>
                  <a:cubicBezTo>
                    <a:pt x="134" y="72"/>
                    <a:pt x="135" y="72"/>
                    <a:pt x="136" y="73"/>
                  </a:cubicBezTo>
                  <a:cubicBezTo>
                    <a:pt x="136" y="74"/>
                    <a:pt x="136" y="75"/>
                    <a:pt x="137" y="77"/>
                  </a:cubicBezTo>
                  <a:cubicBezTo>
                    <a:pt x="137" y="78"/>
                    <a:pt x="137" y="79"/>
                    <a:pt x="137" y="80"/>
                  </a:cubicBezTo>
                  <a:close/>
                  <a:moveTo>
                    <a:pt x="138" y="53"/>
                  </a:moveTo>
                  <a:cubicBezTo>
                    <a:pt x="138" y="65"/>
                    <a:pt x="138" y="65"/>
                    <a:pt x="138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37" y="65"/>
                    <a:pt x="137" y="64"/>
                    <a:pt x="137" y="64"/>
                  </a:cubicBezTo>
                  <a:cubicBezTo>
                    <a:pt x="137" y="63"/>
                    <a:pt x="136" y="63"/>
                    <a:pt x="136" y="63"/>
                  </a:cubicBezTo>
                  <a:cubicBezTo>
                    <a:pt x="136" y="62"/>
                    <a:pt x="136" y="62"/>
                    <a:pt x="136" y="62"/>
                  </a:cubicBezTo>
                  <a:cubicBezTo>
                    <a:pt x="136" y="62"/>
                    <a:pt x="135" y="62"/>
                    <a:pt x="135" y="62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61"/>
                    <a:pt x="118" y="61"/>
                    <a:pt x="118" y="61"/>
                  </a:cubicBezTo>
                  <a:cubicBezTo>
                    <a:pt x="118" y="61"/>
                    <a:pt x="117" y="62"/>
                    <a:pt x="117" y="62"/>
                  </a:cubicBezTo>
                  <a:cubicBezTo>
                    <a:pt x="117" y="62"/>
                    <a:pt x="117" y="63"/>
                    <a:pt x="117" y="63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7" y="52"/>
                    <a:pt x="117" y="53"/>
                    <a:pt x="117" y="53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5"/>
                    <a:pt x="118" y="55"/>
                    <a:pt x="118" y="55"/>
                  </a:cubicBezTo>
                  <a:cubicBezTo>
                    <a:pt x="118" y="55"/>
                    <a:pt x="119" y="55"/>
                    <a:pt x="119" y="55"/>
                  </a:cubicBezTo>
                  <a:cubicBezTo>
                    <a:pt x="135" y="56"/>
                    <a:pt x="135" y="56"/>
                    <a:pt x="135" y="56"/>
                  </a:cubicBezTo>
                  <a:cubicBezTo>
                    <a:pt x="135" y="56"/>
                    <a:pt x="136" y="56"/>
                    <a:pt x="136" y="56"/>
                  </a:cubicBezTo>
                  <a:cubicBezTo>
                    <a:pt x="136" y="55"/>
                    <a:pt x="136" y="55"/>
                    <a:pt x="136" y="55"/>
                  </a:cubicBez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8" y="53"/>
                    <a:pt x="138" y="53"/>
                    <a:pt x="138" y="53"/>
                  </a:cubicBezTo>
                  <a:close/>
                  <a:moveTo>
                    <a:pt x="120" y="27"/>
                  </a:moveTo>
                  <a:cubicBezTo>
                    <a:pt x="120" y="28"/>
                    <a:pt x="120" y="28"/>
                    <a:pt x="120" y="28"/>
                  </a:cubicBezTo>
                  <a:cubicBezTo>
                    <a:pt x="119" y="29"/>
                    <a:pt x="118" y="29"/>
                    <a:pt x="117" y="30"/>
                  </a:cubicBezTo>
                  <a:cubicBezTo>
                    <a:pt x="116" y="31"/>
                    <a:pt x="115" y="32"/>
                    <a:pt x="115" y="32"/>
                  </a:cubicBezTo>
                  <a:cubicBezTo>
                    <a:pt x="115" y="33"/>
                    <a:pt x="115" y="33"/>
                    <a:pt x="115" y="34"/>
                  </a:cubicBezTo>
                  <a:cubicBezTo>
                    <a:pt x="116" y="34"/>
                    <a:pt x="116" y="34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33" y="33"/>
                    <a:pt x="134" y="33"/>
                    <a:pt x="134" y="33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5" y="32"/>
                    <a:pt x="135" y="32"/>
                    <a:pt x="135" y="31"/>
                  </a:cubicBezTo>
                  <a:cubicBezTo>
                    <a:pt x="135" y="31"/>
                    <a:pt x="135" y="30"/>
                    <a:pt x="135" y="3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6" y="42"/>
                    <a:pt x="136" y="41"/>
                    <a:pt x="136" y="41"/>
                  </a:cubicBezTo>
                  <a:cubicBezTo>
                    <a:pt x="136" y="41"/>
                    <a:pt x="136" y="40"/>
                    <a:pt x="136" y="40"/>
                  </a:cubicBezTo>
                  <a:cubicBezTo>
                    <a:pt x="136" y="39"/>
                    <a:pt x="136" y="39"/>
                    <a:pt x="135" y="39"/>
                  </a:cubicBezTo>
                  <a:cubicBezTo>
                    <a:pt x="135" y="39"/>
                    <a:pt x="134" y="39"/>
                    <a:pt x="134" y="39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7" y="44"/>
                    <a:pt x="117" y="44"/>
                    <a:pt x="117" y="45"/>
                  </a:cubicBezTo>
                  <a:cubicBezTo>
                    <a:pt x="117" y="45"/>
                    <a:pt x="118" y="46"/>
                    <a:pt x="119" y="46"/>
                  </a:cubicBezTo>
                  <a:cubicBezTo>
                    <a:pt x="120" y="47"/>
                    <a:pt x="121" y="47"/>
                    <a:pt x="122" y="47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3" y="28"/>
                    <a:pt x="113" y="28"/>
                    <a:pt x="113" y="28"/>
                  </a:cubicBezTo>
                  <a:lnTo>
                    <a:pt x="120" y="27"/>
                  </a:lnTo>
                  <a:close/>
                  <a:moveTo>
                    <a:pt x="106" y="1"/>
                  </a:moveTo>
                  <a:cubicBezTo>
                    <a:pt x="106" y="1"/>
                    <a:pt x="106" y="1"/>
                    <a:pt x="106" y="2"/>
                  </a:cubicBezTo>
                  <a:cubicBezTo>
                    <a:pt x="106" y="2"/>
                    <a:pt x="107" y="2"/>
                    <a:pt x="107" y="2"/>
                  </a:cubicBezTo>
                  <a:cubicBezTo>
                    <a:pt x="107" y="3"/>
                    <a:pt x="108" y="3"/>
                    <a:pt x="108" y="3"/>
                  </a:cubicBezTo>
                  <a:cubicBezTo>
                    <a:pt x="109" y="3"/>
                    <a:pt x="109" y="4"/>
                    <a:pt x="110" y="4"/>
                  </a:cubicBezTo>
                  <a:cubicBezTo>
                    <a:pt x="110" y="4"/>
                    <a:pt x="111" y="4"/>
                    <a:pt x="112" y="4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09" y="5"/>
                    <a:pt x="109" y="6"/>
                  </a:cubicBezTo>
                  <a:cubicBezTo>
                    <a:pt x="108" y="6"/>
                    <a:pt x="108" y="6"/>
                    <a:pt x="108" y="7"/>
                  </a:cubicBezTo>
                  <a:cubicBezTo>
                    <a:pt x="108" y="7"/>
                    <a:pt x="108" y="8"/>
                    <a:pt x="108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5" y="1"/>
                    <a:pt x="105" y="1"/>
                    <a:pt x="105" y="1"/>
                  </a:cubicBezTo>
                  <a:cubicBezTo>
                    <a:pt x="106" y="1"/>
                    <a:pt x="106" y="1"/>
                    <a:pt x="106" y="1"/>
                  </a:cubicBezTo>
                  <a:close/>
                  <a:moveTo>
                    <a:pt x="112" y="21"/>
                  </a:moveTo>
                  <a:cubicBezTo>
                    <a:pt x="109" y="13"/>
                    <a:pt x="109" y="13"/>
                    <a:pt x="109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4"/>
                    <a:pt x="111" y="15"/>
                    <a:pt x="111" y="15"/>
                  </a:cubicBezTo>
                  <a:cubicBezTo>
                    <a:pt x="111" y="15"/>
                    <a:pt x="111" y="15"/>
                    <a:pt x="112" y="15"/>
                  </a:cubicBezTo>
                  <a:cubicBezTo>
                    <a:pt x="112" y="21"/>
                    <a:pt x="112" y="21"/>
                    <a:pt x="112" y="21"/>
                  </a:cubicBezTo>
                  <a:close/>
                  <a:moveTo>
                    <a:pt x="112" y="92"/>
                  </a:moveTo>
                  <a:cubicBezTo>
                    <a:pt x="112" y="97"/>
                    <a:pt x="112" y="97"/>
                    <a:pt x="112" y="97"/>
                  </a:cubicBezTo>
                  <a:cubicBezTo>
                    <a:pt x="111" y="97"/>
                    <a:pt x="111" y="98"/>
                    <a:pt x="110" y="98"/>
                  </a:cubicBezTo>
                  <a:cubicBezTo>
                    <a:pt x="110" y="98"/>
                    <a:pt x="109" y="99"/>
                    <a:pt x="108" y="101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8"/>
                    <a:pt x="105" y="109"/>
                    <a:pt x="105" y="109"/>
                  </a:cubicBezTo>
                  <a:cubicBezTo>
                    <a:pt x="105" y="110"/>
                    <a:pt x="104" y="110"/>
                    <a:pt x="104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9" y="95"/>
                    <a:pt x="110" y="93"/>
                    <a:pt x="111" y="92"/>
                  </a:cubicBezTo>
                  <a:cubicBezTo>
                    <a:pt x="111" y="92"/>
                    <a:pt x="112" y="92"/>
                    <a:pt x="112" y="92"/>
                  </a:cubicBezTo>
                  <a:close/>
                  <a:moveTo>
                    <a:pt x="112" y="126"/>
                  </a:moveTo>
                  <a:cubicBezTo>
                    <a:pt x="112" y="126"/>
                    <a:pt x="112" y="126"/>
                    <a:pt x="112" y="126"/>
                  </a:cubicBezTo>
                  <a:cubicBezTo>
                    <a:pt x="111" y="127"/>
                    <a:pt x="111" y="127"/>
                    <a:pt x="111" y="127"/>
                  </a:cubicBezTo>
                  <a:cubicBezTo>
                    <a:pt x="111" y="127"/>
                    <a:pt x="110" y="127"/>
                    <a:pt x="110" y="127"/>
                  </a:cubicBezTo>
                  <a:cubicBezTo>
                    <a:pt x="109" y="126"/>
                    <a:pt x="108" y="126"/>
                    <a:pt x="108" y="126"/>
                  </a:cubicBezTo>
                  <a:cubicBezTo>
                    <a:pt x="107" y="127"/>
                    <a:pt x="107" y="127"/>
                    <a:pt x="106" y="127"/>
                  </a:cubicBezTo>
                  <a:cubicBezTo>
                    <a:pt x="106" y="127"/>
                    <a:pt x="106" y="128"/>
                    <a:pt x="106" y="128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4"/>
                    <a:pt x="111" y="134"/>
                    <a:pt x="111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08" y="143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8" y="140"/>
                    <a:pt x="108" y="139"/>
                    <a:pt x="108" y="139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3" y="130"/>
                  </a:cubicBezTo>
                  <a:cubicBezTo>
                    <a:pt x="93" y="130"/>
                    <a:pt x="93" y="130"/>
                    <a:pt x="93" y="131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100" y="115"/>
                    <a:pt x="100" y="115"/>
                    <a:pt x="100" y="115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4" y="119"/>
                    <a:pt x="103" y="119"/>
                    <a:pt x="102" y="119"/>
                  </a:cubicBezTo>
                  <a:cubicBezTo>
                    <a:pt x="100" y="119"/>
                    <a:pt x="100" y="119"/>
                    <a:pt x="99" y="120"/>
                  </a:cubicBezTo>
                  <a:cubicBezTo>
                    <a:pt x="99" y="120"/>
                    <a:pt x="98" y="121"/>
                    <a:pt x="98" y="121"/>
                  </a:cubicBezTo>
                  <a:cubicBezTo>
                    <a:pt x="98" y="121"/>
                    <a:pt x="97" y="122"/>
                    <a:pt x="97" y="122"/>
                  </a:cubicBezTo>
                  <a:cubicBezTo>
                    <a:pt x="96" y="125"/>
                    <a:pt x="96" y="125"/>
                    <a:pt x="96" y="125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5" y="127"/>
                    <a:pt x="105" y="127"/>
                    <a:pt x="105" y="126"/>
                  </a:cubicBezTo>
                  <a:cubicBezTo>
                    <a:pt x="105" y="126"/>
                    <a:pt x="105" y="125"/>
                    <a:pt x="105" y="125"/>
                  </a:cubicBezTo>
                  <a:cubicBezTo>
                    <a:pt x="105" y="124"/>
                    <a:pt x="105" y="124"/>
                    <a:pt x="104" y="123"/>
                  </a:cubicBezTo>
                  <a:cubicBezTo>
                    <a:pt x="104" y="123"/>
                    <a:pt x="104" y="122"/>
                    <a:pt x="103" y="122"/>
                  </a:cubicBezTo>
                  <a:cubicBezTo>
                    <a:pt x="104" y="121"/>
                    <a:pt x="104" y="121"/>
                    <a:pt x="104" y="121"/>
                  </a:cubicBezTo>
                  <a:cubicBezTo>
                    <a:pt x="112" y="126"/>
                    <a:pt x="112" y="126"/>
                    <a:pt x="112" y="126"/>
                  </a:cubicBezTo>
                  <a:close/>
                  <a:moveTo>
                    <a:pt x="93" y="160"/>
                  </a:moveTo>
                  <a:cubicBezTo>
                    <a:pt x="93" y="150"/>
                    <a:pt x="93" y="150"/>
                    <a:pt x="93" y="150"/>
                  </a:cubicBezTo>
                  <a:cubicBezTo>
                    <a:pt x="94" y="153"/>
                    <a:pt x="94" y="153"/>
                    <a:pt x="94" y="153"/>
                  </a:cubicBezTo>
                  <a:cubicBezTo>
                    <a:pt x="95" y="155"/>
                    <a:pt x="95" y="157"/>
                    <a:pt x="96" y="158"/>
                  </a:cubicBezTo>
                  <a:cubicBezTo>
                    <a:pt x="94" y="161"/>
                    <a:pt x="94" y="161"/>
                    <a:pt x="94" y="161"/>
                  </a:cubicBezTo>
                  <a:lnTo>
                    <a:pt x="93" y="160"/>
                  </a:lnTo>
                  <a:close/>
                  <a:moveTo>
                    <a:pt x="93" y="127"/>
                  </a:moveTo>
                  <a:cubicBezTo>
                    <a:pt x="93" y="131"/>
                    <a:pt x="93" y="131"/>
                    <a:pt x="93" y="131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92" y="131"/>
                    <a:pt x="92" y="131"/>
                    <a:pt x="91" y="132"/>
                  </a:cubicBezTo>
                  <a:cubicBezTo>
                    <a:pt x="91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93" y="15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83" y="156"/>
                    <a:pt x="83" y="156"/>
                    <a:pt x="83" y="156"/>
                  </a:cubicBezTo>
                  <a:cubicBezTo>
                    <a:pt x="79" y="154"/>
                    <a:pt x="76" y="153"/>
                    <a:pt x="75" y="153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8" y="146"/>
                    <a:pt x="78" y="146"/>
                    <a:pt x="78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80" y="149"/>
                    <a:pt x="81" y="149"/>
                    <a:pt x="83" y="150"/>
                  </a:cubicBezTo>
                  <a:cubicBezTo>
                    <a:pt x="85" y="151"/>
                    <a:pt x="89" y="152"/>
                    <a:pt x="93" y="154"/>
                  </a:cubicBezTo>
                  <a:cubicBezTo>
                    <a:pt x="92" y="151"/>
                    <a:pt x="91" y="149"/>
                    <a:pt x="90" y="147"/>
                  </a:cubicBezTo>
                  <a:cubicBezTo>
                    <a:pt x="89" y="146"/>
                    <a:pt x="89" y="144"/>
                    <a:pt x="88" y="143"/>
                  </a:cubicBezTo>
                  <a:cubicBezTo>
                    <a:pt x="88" y="142"/>
                    <a:pt x="87" y="141"/>
                    <a:pt x="87" y="141"/>
                  </a:cubicBezTo>
                  <a:cubicBezTo>
                    <a:pt x="87" y="140"/>
                    <a:pt x="87" y="140"/>
                    <a:pt x="86" y="140"/>
                  </a:cubicBezTo>
                  <a:cubicBezTo>
                    <a:pt x="86" y="140"/>
                    <a:pt x="86" y="140"/>
                    <a:pt x="85" y="140"/>
                  </a:cubicBezTo>
                  <a:cubicBezTo>
                    <a:pt x="85" y="140"/>
                    <a:pt x="84" y="140"/>
                    <a:pt x="83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9" y="135"/>
                    <a:pt x="89" y="135"/>
                    <a:pt x="89" y="136"/>
                  </a:cubicBezTo>
                  <a:cubicBezTo>
                    <a:pt x="89" y="136"/>
                    <a:pt x="89" y="136"/>
                    <a:pt x="88" y="137"/>
                  </a:cubicBezTo>
                  <a:cubicBezTo>
                    <a:pt x="88" y="137"/>
                    <a:pt x="88" y="138"/>
                    <a:pt x="88" y="138"/>
                  </a:cubicBezTo>
                  <a:cubicBezTo>
                    <a:pt x="88" y="138"/>
                    <a:pt x="88" y="139"/>
                    <a:pt x="89" y="139"/>
                  </a:cubicBezTo>
                  <a:cubicBezTo>
                    <a:pt x="89" y="140"/>
                    <a:pt x="89" y="141"/>
                    <a:pt x="90" y="143"/>
                  </a:cubicBezTo>
                  <a:cubicBezTo>
                    <a:pt x="91" y="144"/>
                    <a:pt x="91" y="146"/>
                    <a:pt x="92" y="147"/>
                  </a:cubicBezTo>
                  <a:cubicBezTo>
                    <a:pt x="93" y="150"/>
                    <a:pt x="93" y="150"/>
                    <a:pt x="93" y="150"/>
                  </a:cubicBezTo>
                  <a:close/>
                  <a:moveTo>
                    <a:pt x="75" y="177"/>
                  </a:moveTo>
                  <a:cubicBezTo>
                    <a:pt x="75" y="172"/>
                    <a:pt x="75" y="172"/>
                    <a:pt x="75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3"/>
                    <a:pt x="76" y="173"/>
                    <a:pt x="76" y="173"/>
                  </a:cubicBezTo>
                  <a:cubicBezTo>
                    <a:pt x="76" y="173"/>
                    <a:pt x="76" y="173"/>
                    <a:pt x="77" y="173"/>
                  </a:cubicBezTo>
                  <a:cubicBezTo>
                    <a:pt x="77" y="173"/>
                    <a:pt x="77" y="173"/>
                    <a:pt x="78" y="173"/>
                  </a:cubicBezTo>
                  <a:cubicBezTo>
                    <a:pt x="78" y="172"/>
                    <a:pt x="79" y="172"/>
                    <a:pt x="79" y="172"/>
                  </a:cubicBezTo>
                  <a:cubicBezTo>
                    <a:pt x="80" y="173"/>
                    <a:pt x="80" y="173"/>
                    <a:pt x="80" y="173"/>
                  </a:cubicBezTo>
                  <a:lnTo>
                    <a:pt x="75" y="177"/>
                  </a:lnTo>
                  <a:close/>
                  <a:moveTo>
                    <a:pt x="75" y="147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3" y="152"/>
                    <a:pt x="73" y="152"/>
                    <a:pt x="72" y="152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5" y="147"/>
                    <a:pt x="75" y="147"/>
                    <a:pt x="75" y="147"/>
                  </a:cubicBezTo>
                  <a:close/>
                  <a:moveTo>
                    <a:pt x="75" y="172"/>
                  </a:moveTo>
                  <a:cubicBezTo>
                    <a:pt x="75" y="177"/>
                    <a:pt x="75" y="177"/>
                    <a:pt x="75" y="177"/>
                  </a:cubicBezTo>
                  <a:cubicBezTo>
                    <a:pt x="70" y="180"/>
                    <a:pt x="70" y="180"/>
                    <a:pt x="70" y="180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70" y="178"/>
                  </a:cubicBezTo>
                  <a:cubicBezTo>
                    <a:pt x="70" y="178"/>
                    <a:pt x="70" y="178"/>
                    <a:pt x="71" y="178"/>
                  </a:cubicBezTo>
                  <a:cubicBezTo>
                    <a:pt x="71" y="177"/>
                    <a:pt x="71" y="177"/>
                    <a:pt x="71" y="176"/>
                  </a:cubicBezTo>
                  <a:cubicBezTo>
                    <a:pt x="71" y="176"/>
                    <a:pt x="71" y="176"/>
                    <a:pt x="70" y="176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0" y="162"/>
                    <a:pt x="60" y="162"/>
                  </a:cubicBezTo>
                  <a:cubicBezTo>
                    <a:pt x="59" y="162"/>
                    <a:pt x="59" y="162"/>
                    <a:pt x="59" y="162"/>
                  </a:cubicBezTo>
                  <a:cubicBezTo>
                    <a:pt x="58" y="162"/>
                    <a:pt x="58" y="162"/>
                    <a:pt x="58" y="162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7" y="156"/>
                    <a:pt x="67" y="156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8"/>
                    <a:pt x="66" y="158"/>
                    <a:pt x="66" y="158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75" y="172"/>
                    <a:pt x="75" y="172"/>
                    <a:pt x="75" y="172"/>
                  </a:cubicBezTo>
                  <a:close/>
                  <a:moveTo>
                    <a:pt x="58" y="187"/>
                  </a:moveTo>
                  <a:cubicBezTo>
                    <a:pt x="58" y="183"/>
                    <a:pt x="58" y="183"/>
                    <a:pt x="58" y="183"/>
                  </a:cubicBezTo>
                  <a:cubicBezTo>
                    <a:pt x="59" y="186"/>
                    <a:pt x="59" y="186"/>
                    <a:pt x="59" y="186"/>
                  </a:cubicBezTo>
                  <a:lnTo>
                    <a:pt x="58" y="187"/>
                  </a:lnTo>
                  <a:close/>
                  <a:moveTo>
                    <a:pt x="58" y="161"/>
                  </a:moveTo>
                  <a:cubicBezTo>
                    <a:pt x="58" y="162"/>
                    <a:pt x="58" y="162"/>
                    <a:pt x="58" y="162"/>
                  </a:cubicBezTo>
                  <a:cubicBezTo>
                    <a:pt x="58" y="162"/>
                    <a:pt x="58" y="163"/>
                    <a:pt x="57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1"/>
                    <a:pt x="58" y="161"/>
                    <a:pt x="58" y="161"/>
                  </a:cubicBezTo>
                  <a:close/>
                  <a:moveTo>
                    <a:pt x="58" y="183"/>
                  </a:moveTo>
                  <a:cubicBezTo>
                    <a:pt x="58" y="187"/>
                    <a:pt x="58" y="187"/>
                    <a:pt x="58" y="187"/>
                  </a:cubicBezTo>
                  <a:cubicBezTo>
                    <a:pt x="57" y="187"/>
                    <a:pt x="57" y="187"/>
                    <a:pt x="57" y="18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2" y="188"/>
                    <a:pt x="42" y="189"/>
                    <a:pt x="43" y="189"/>
                  </a:cubicBezTo>
                  <a:cubicBezTo>
                    <a:pt x="43" y="190"/>
                    <a:pt x="44" y="190"/>
                    <a:pt x="44" y="190"/>
                  </a:cubicBezTo>
                  <a:cubicBezTo>
                    <a:pt x="45" y="191"/>
                    <a:pt x="45" y="191"/>
                    <a:pt x="46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194"/>
                    <a:pt x="39" y="194"/>
                    <a:pt x="40" y="193"/>
                  </a:cubicBezTo>
                  <a:cubicBezTo>
                    <a:pt x="40" y="193"/>
                    <a:pt x="40" y="193"/>
                    <a:pt x="41" y="192"/>
                  </a:cubicBezTo>
                  <a:cubicBezTo>
                    <a:pt x="41" y="192"/>
                    <a:pt x="41" y="191"/>
                    <a:pt x="41" y="191"/>
                  </a:cubicBezTo>
                  <a:cubicBezTo>
                    <a:pt x="41" y="190"/>
                    <a:pt x="40" y="189"/>
                    <a:pt x="40" y="18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8"/>
                    <a:pt x="35" y="177"/>
                    <a:pt x="34" y="177"/>
                  </a:cubicBezTo>
                  <a:cubicBezTo>
                    <a:pt x="34" y="176"/>
                    <a:pt x="34" y="176"/>
                    <a:pt x="33" y="176"/>
                  </a:cubicBezTo>
                  <a:cubicBezTo>
                    <a:pt x="33" y="176"/>
                    <a:pt x="32" y="176"/>
                    <a:pt x="32" y="176"/>
                  </a:cubicBezTo>
                  <a:cubicBezTo>
                    <a:pt x="31" y="176"/>
                    <a:pt x="31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55" y="180"/>
                    <a:pt x="55" y="180"/>
                    <a:pt x="55" y="180"/>
                  </a:cubicBezTo>
                  <a:cubicBezTo>
                    <a:pt x="51" y="172"/>
                    <a:pt x="51" y="172"/>
                    <a:pt x="51" y="172"/>
                  </a:cubicBezTo>
                  <a:cubicBezTo>
                    <a:pt x="51" y="171"/>
                    <a:pt x="50" y="170"/>
                    <a:pt x="50" y="170"/>
                  </a:cubicBezTo>
                  <a:cubicBezTo>
                    <a:pt x="49" y="169"/>
                    <a:pt x="49" y="169"/>
                    <a:pt x="48" y="169"/>
                  </a:cubicBezTo>
                  <a:cubicBezTo>
                    <a:pt x="48" y="169"/>
                    <a:pt x="47" y="169"/>
                    <a:pt x="47" y="169"/>
                  </a:cubicBezTo>
                  <a:cubicBezTo>
                    <a:pt x="46" y="169"/>
                    <a:pt x="46" y="169"/>
                    <a:pt x="45" y="169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3" y="164"/>
                    <a:pt x="53" y="164"/>
                    <a:pt x="53" y="164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4" y="165"/>
                    <a:pt x="53" y="165"/>
                    <a:pt x="53" y="165"/>
                  </a:cubicBezTo>
                  <a:cubicBezTo>
                    <a:pt x="53" y="166"/>
                    <a:pt x="52" y="166"/>
                    <a:pt x="52" y="167"/>
                  </a:cubicBezTo>
                  <a:cubicBezTo>
                    <a:pt x="52" y="167"/>
                    <a:pt x="52" y="168"/>
                    <a:pt x="52" y="168"/>
                  </a:cubicBezTo>
                  <a:cubicBezTo>
                    <a:pt x="52" y="169"/>
                    <a:pt x="52" y="170"/>
                    <a:pt x="53" y="171"/>
                  </a:cubicBezTo>
                  <a:cubicBezTo>
                    <a:pt x="58" y="183"/>
                    <a:pt x="58" y="183"/>
                    <a:pt x="58" y="183"/>
                  </a:cubicBezTo>
                  <a:close/>
                  <a:moveTo>
                    <a:pt x="25" y="178"/>
                  </a:moveTo>
                  <a:cubicBezTo>
                    <a:pt x="25" y="178"/>
                    <a:pt x="25" y="178"/>
                    <a:pt x="24" y="178"/>
                  </a:cubicBezTo>
                  <a:cubicBezTo>
                    <a:pt x="24" y="178"/>
                    <a:pt x="23" y="178"/>
                    <a:pt x="23" y="179"/>
                  </a:cubicBezTo>
                  <a:cubicBezTo>
                    <a:pt x="23" y="179"/>
                    <a:pt x="22" y="180"/>
                    <a:pt x="22" y="180"/>
                  </a:cubicBezTo>
                  <a:cubicBezTo>
                    <a:pt x="22" y="181"/>
                    <a:pt x="23" y="182"/>
                    <a:pt x="23" y="183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5" y="194"/>
                    <a:pt x="24" y="196"/>
                    <a:pt x="23" y="198"/>
                  </a:cubicBezTo>
                  <a:cubicBezTo>
                    <a:pt x="22" y="200"/>
                    <a:pt x="20" y="201"/>
                    <a:pt x="17" y="201"/>
                  </a:cubicBezTo>
                  <a:cubicBezTo>
                    <a:pt x="14" y="202"/>
                    <a:pt x="11" y="202"/>
                    <a:pt x="9" y="201"/>
                  </a:cubicBezTo>
                  <a:cubicBezTo>
                    <a:pt x="7" y="199"/>
                    <a:pt x="6" y="198"/>
                    <a:pt x="5" y="195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3" y="184"/>
                    <a:pt x="3" y="183"/>
                    <a:pt x="3" y="183"/>
                  </a:cubicBezTo>
                  <a:cubicBezTo>
                    <a:pt x="3" y="183"/>
                    <a:pt x="2" y="183"/>
                    <a:pt x="2" y="182"/>
                  </a:cubicBezTo>
                  <a:cubicBezTo>
                    <a:pt x="2" y="182"/>
                    <a:pt x="1" y="182"/>
                    <a:pt x="1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1" y="180"/>
                    <a:pt x="11" y="180"/>
                    <a:pt x="11" y="180"/>
                  </a:cubicBezTo>
                  <a:cubicBezTo>
                    <a:pt x="10" y="181"/>
                    <a:pt x="10" y="181"/>
                    <a:pt x="9" y="181"/>
                  </a:cubicBezTo>
                  <a:cubicBezTo>
                    <a:pt x="9" y="181"/>
                    <a:pt x="9" y="181"/>
                    <a:pt x="9" y="182"/>
                  </a:cubicBezTo>
                  <a:cubicBezTo>
                    <a:pt x="9" y="182"/>
                    <a:pt x="9" y="182"/>
                    <a:pt x="9" y="183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1" y="196"/>
                    <a:pt x="12" y="197"/>
                    <a:pt x="13" y="198"/>
                  </a:cubicBezTo>
                  <a:cubicBezTo>
                    <a:pt x="15" y="199"/>
                    <a:pt x="16" y="199"/>
                    <a:pt x="18" y="199"/>
                  </a:cubicBezTo>
                  <a:cubicBezTo>
                    <a:pt x="20" y="199"/>
                    <a:pt x="21" y="198"/>
                    <a:pt x="22" y="197"/>
                  </a:cubicBezTo>
                  <a:cubicBezTo>
                    <a:pt x="23" y="195"/>
                    <a:pt x="23" y="193"/>
                    <a:pt x="22" y="191"/>
                  </a:cubicBezTo>
                  <a:cubicBezTo>
                    <a:pt x="21" y="184"/>
                    <a:pt x="21" y="184"/>
                    <a:pt x="21" y="184"/>
                  </a:cubicBezTo>
                  <a:cubicBezTo>
                    <a:pt x="21" y="182"/>
                    <a:pt x="20" y="182"/>
                    <a:pt x="20" y="181"/>
                  </a:cubicBezTo>
                  <a:cubicBezTo>
                    <a:pt x="20" y="180"/>
                    <a:pt x="19" y="180"/>
                    <a:pt x="19" y="180"/>
                  </a:cubicBezTo>
                  <a:cubicBezTo>
                    <a:pt x="19" y="180"/>
                    <a:pt x="18" y="180"/>
                    <a:pt x="17" y="179"/>
                  </a:cubicBezTo>
                  <a:cubicBezTo>
                    <a:pt x="17" y="179"/>
                    <a:pt x="16" y="179"/>
                    <a:pt x="16" y="179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25" y="176"/>
                    <a:pt x="25" y="176"/>
                    <a:pt x="25" y="176"/>
                  </a:cubicBezTo>
                  <a:lnTo>
                    <a:pt x="25" y="1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D627FC8F-A1F1-D8D1-AB56-586F2075E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848" y="5594890"/>
              <a:ext cx="302179" cy="437638"/>
            </a:xfrm>
            <a:custGeom>
              <a:avLst/>
              <a:gdLst>
                <a:gd name="T0" fmla="*/ 91 w 139"/>
                <a:gd name="T1" fmla="*/ 170 h 201"/>
                <a:gd name="T2" fmla="*/ 106 w 139"/>
                <a:gd name="T3" fmla="*/ 179 h 201"/>
                <a:gd name="T4" fmla="*/ 113 w 139"/>
                <a:gd name="T5" fmla="*/ 177 h 201"/>
                <a:gd name="T6" fmla="*/ 93 w 139"/>
                <a:gd name="T7" fmla="*/ 172 h 201"/>
                <a:gd name="T8" fmla="*/ 83 w 139"/>
                <a:gd name="T9" fmla="*/ 186 h 201"/>
                <a:gd name="T10" fmla="*/ 139 w 139"/>
                <a:gd name="T11" fmla="*/ 193 h 201"/>
                <a:gd name="T12" fmla="*/ 135 w 139"/>
                <a:gd name="T13" fmla="*/ 200 h 201"/>
                <a:gd name="T14" fmla="*/ 116 w 139"/>
                <a:gd name="T15" fmla="*/ 182 h 201"/>
                <a:gd name="T16" fmla="*/ 137 w 139"/>
                <a:gd name="T17" fmla="*/ 179 h 201"/>
                <a:gd name="T18" fmla="*/ 121 w 139"/>
                <a:gd name="T19" fmla="*/ 196 h 201"/>
                <a:gd name="T20" fmla="*/ 128 w 139"/>
                <a:gd name="T21" fmla="*/ 192 h 201"/>
                <a:gd name="T22" fmla="*/ 83 w 139"/>
                <a:gd name="T23" fmla="*/ 162 h 201"/>
                <a:gd name="T24" fmla="*/ 74 w 139"/>
                <a:gd name="T25" fmla="*/ 180 h 201"/>
                <a:gd name="T26" fmla="*/ 67 w 139"/>
                <a:gd name="T27" fmla="*/ 174 h 201"/>
                <a:gd name="T28" fmla="*/ 75 w 139"/>
                <a:gd name="T29" fmla="*/ 156 h 201"/>
                <a:gd name="T30" fmla="*/ 83 w 139"/>
                <a:gd name="T31" fmla="*/ 185 h 201"/>
                <a:gd name="T32" fmla="*/ 63 w 139"/>
                <a:gd name="T33" fmla="*/ 147 h 201"/>
                <a:gd name="T34" fmla="*/ 57 w 139"/>
                <a:gd name="T35" fmla="*/ 144 h 201"/>
                <a:gd name="T36" fmla="*/ 63 w 139"/>
                <a:gd name="T37" fmla="*/ 162 h 201"/>
                <a:gd name="T38" fmla="*/ 63 w 139"/>
                <a:gd name="T39" fmla="*/ 151 h 201"/>
                <a:gd name="T40" fmla="*/ 50 w 139"/>
                <a:gd name="T41" fmla="*/ 149 h 201"/>
                <a:gd name="T42" fmla="*/ 55 w 139"/>
                <a:gd name="T43" fmla="*/ 160 h 201"/>
                <a:gd name="T44" fmla="*/ 51 w 139"/>
                <a:gd name="T45" fmla="*/ 173 h 201"/>
                <a:gd name="T46" fmla="*/ 46 w 139"/>
                <a:gd name="T47" fmla="*/ 134 h 201"/>
                <a:gd name="T48" fmla="*/ 13 w 139"/>
                <a:gd name="T49" fmla="*/ 1 h 201"/>
                <a:gd name="T50" fmla="*/ 28 w 139"/>
                <a:gd name="T51" fmla="*/ 19 h 201"/>
                <a:gd name="T52" fmla="*/ 28 w 139"/>
                <a:gd name="T53" fmla="*/ 16 h 201"/>
                <a:gd name="T54" fmla="*/ 46 w 139"/>
                <a:gd name="T55" fmla="*/ 134 h 201"/>
                <a:gd name="T56" fmla="*/ 27 w 139"/>
                <a:gd name="T57" fmla="*/ 130 h 201"/>
                <a:gd name="T58" fmla="*/ 34 w 139"/>
                <a:gd name="T59" fmla="*/ 133 h 201"/>
                <a:gd name="T60" fmla="*/ 38 w 139"/>
                <a:gd name="T61" fmla="*/ 140 h 201"/>
                <a:gd name="T62" fmla="*/ 23 w 139"/>
                <a:gd name="T63" fmla="*/ 132 h 201"/>
                <a:gd name="T64" fmla="*/ 45 w 139"/>
                <a:gd name="T65" fmla="*/ 124 h 201"/>
                <a:gd name="T66" fmla="*/ 43 w 139"/>
                <a:gd name="T67" fmla="*/ 156 h 201"/>
                <a:gd name="T68" fmla="*/ 24 w 139"/>
                <a:gd name="T69" fmla="*/ 93 h 201"/>
                <a:gd name="T70" fmla="*/ 25 w 139"/>
                <a:gd name="T71" fmla="*/ 88 h 201"/>
                <a:gd name="T72" fmla="*/ 32 w 139"/>
                <a:gd name="T73" fmla="*/ 105 h 201"/>
                <a:gd name="T74" fmla="*/ 33 w 139"/>
                <a:gd name="T75" fmla="*/ 108 h 201"/>
                <a:gd name="T76" fmla="*/ 14 w 139"/>
                <a:gd name="T77" fmla="*/ 78 h 201"/>
                <a:gd name="T78" fmla="*/ 13 w 139"/>
                <a:gd name="T79" fmla="*/ 60 h 201"/>
                <a:gd name="T80" fmla="*/ 20 w 139"/>
                <a:gd name="T81" fmla="*/ 83 h 201"/>
                <a:gd name="T82" fmla="*/ 23 w 139"/>
                <a:gd name="T83" fmla="*/ 29 h 201"/>
                <a:gd name="T84" fmla="*/ 22 w 139"/>
                <a:gd name="T85" fmla="*/ 37 h 201"/>
                <a:gd name="T86" fmla="*/ 21 w 139"/>
                <a:gd name="T87" fmla="*/ 44 h 201"/>
                <a:gd name="T88" fmla="*/ 21 w 139"/>
                <a:gd name="T89" fmla="*/ 52 h 201"/>
                <a:gd name="T90" fmla="*/ 13 w 139"/>
                <a:gd name="T91" fmla="*/ 1 h 201"/>
                <a:gd name="T92" fmla="*/ 10 w 139"/>
                <a:gd name="T93" fmla="*/ 19 h 201"/>
                <a:gd name="T94" fmla="*/ 4 w 139"/>
                <a:gd name="T95" fmla="*/ 50 h 201"/>
                <a:gd name="T96" fmla="*/ 2 w 139"/>
                <a:gd name="T97" fmla="*/ 41 h 201"/>
                <a:gd name="T98" fmla="*/ 5 w 139"/>
                <a:gd name="T99" fmla="*/ 35 h 201"/>
                <a:gd name="T100" fmla="*/ 3 w 139"/>
                <a:gd name="T101" fmla="*/ 26 h 201"/>
                <a:gd name="T102" fmla="*/ 13 w 139"/>
                <a:gd name="T103" fmla="*/ 67 h 201"/>
                <a:gd name="T104" fmla="*/ 6 w 139"/>
                <a:gd name="T105" fmla="*/ 78 h 201"/>
                <a:gd name="T106" fmla="*/ 1 w 139"/>
                <a:gd name="T107" fmla="*/ 74 h 201"/>
                <a:gd name="T108" fmla="*/ 13 w 139"/>
                <a:gd name="T109" fmla="*/ 97 h 201"/>
                <a:gd name="T110" fmla="*/ 7 w 139"/>
                <a:gd name="T111" fmla="*/ 93 h 201"/>
                <a:gd name="T112" fmla="*/ 13 w 139"/>
                <a:gd name="T113" fmla="*/ 11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01">
                  <a:moveTo>
                    <a:pt x="83" y="186"/>
                  </a:moveTo>
                  <a:cubicBezTo>
                    <a:pt x="83" y="185"/>
                    <a:pt x="83" y="185"/>
                    <a:pt x="83" y="185"/>
                  </a:cubicBezTo>
                  <a:cubicBezTo>
                    <a:pt x="83" y="185"/>
                    <a:pt x="83" y="185"/>
                    <a:pt x="84" y="185"/>
                  </a:cubicBezTo>
                  <a:cubicBezTo>
                    <a:pt x="84" y="184"/>
                    <a:pt x="85" y="184"/>
                    <a:pt x="85" y="184"/>
                  </a:cubicBezTo>
                  <a:cubicBezTo>
                    <a:pt x="85" y="183"/>
                    <a:pt x="86" y="182"/>
                    <a:pt x="87" y="181"/>
                  </a:cubicBezTo>
                  <a:cubicBezTo>
                    <a:pt x="91" y="171"/>
                    <a:pt x="91" y="171"/>
                    <a:pt x="91" y="171"/>
                  </a:cubicBezTo>
                  <a:cubicBezTo>
                    <a:pt x="91" y="171"/>
                    <a:pt x="91" y="170"/>
                    <a:pt x="91" y="170"/>
                  </a:cubicBezTo>
                  <a:cubicBezTo>
                    <a:pt x="91" y="169"/>
                    <a:pt x="91" y="169"/>
                    <a:pt x="91" y="168"/>
                  </a:cubicBezTo>
                  <a:cubicBezTo>
                    <a:pt x="91" y="168"/>
                    <a:pt x="91" y="167"/>
                    <a:pt x="90" y="167"/>
                  </a:cubicBezTo>
                  <a:cubicBezTo>
                    <a:pt x="90" y="167"/>
                    <a:pt x="89" y="166"/>
                    <a:pt x="89" y="166"/>
                  </a:cubicBezTo>
                  <a:cubicBezTo>
                    <a:pt x="89" y="165"/>
                    <a:pt x="89" y="165"/>
                    <a:pt x="89" y="165"/>
                  </a:cubicBezTo>
                  <a:cubicBezTo>
                    <a:pt x="97" y="168"/>
                    <a:pt x="97" y="168"/>
                    <a:pt x="97" y="168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6" y="178"/>
                    <a:pt x="107" y="177"/>
                    <a:pt x="107" y="177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4"/>
                    <a:pt x="106" y="174"/>
                  </a:cubicBezTo>
                  <a:cubicBezTo>
                    <a:pt x="105" y="173"/>
                    <a:pt x="105" y="173"/>
                    <a:pt x="104" y="173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14" y="176"/>
                    <a:pt x="114" y="176"/>
                    <a:pt x="114" y="176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77"/>
                    <a:pt x="112" y="177"/>
                    <a:pt x="112" y="176"/>
                  </a:cubicBezTo>
                  <a:cubicBezTo>
                    <a:pt x="111" y="176"/>
                    <a:pt x="111" y="176"/>
                    <a:pt x="110" y="176"/>
                  </a:cubicBezTo>
                  <a:cubicBezTo>
                    <a:pt x="110" y="176"/>
                    <a:pt x="110" y="177"/>
                    <a:pt x="109" y="177"/>
                  </a:cubicBezTo>
                  <a:cubicBezTo>
                    <a:pt x="108" y="178"/>
                    <a:pt x="108" y="179"/>
                    <a:pt x="108" y="180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98" y="194"/>
                    <a:pt x="98" y="194"/>
                    <a:pt x="98" y="194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8" y="183"/>
                    <a:pt x="87" y="184"/>
                    <a:pt x="87" y="184"/>
                  </a:cubicBezTo>
                  <a:cubicBezTo>
                    <a:pt x="87" y="185"/>
                    <a:pt x="87" y="186"/>
                    <a:pt x="87" y="186"/>
                  </a:cubicBezTo>
                  <a:cubicBezTo>
                    <a:pt x="88" y="186"/>
                    <a:pt x="88" y="187"/>
                    <a:pt x="89" y="187"/>
                  </a:cubicBezTo>
                  <a:cubicBezTo>
                    <a:pt x="89" y="188"/>
                    <a:pt x="89" y="188"/>
                    <a:pt x="90" y="188"/>
                  </a:cubicBezTo>
                  <a:cubicBezTo>
                    <a:pt x="89" y="189"/>
                    <a:pt x="89" y="189"/>
                    <a:pt x="89" y="189"/>
                  </a:cubicBezTo>
                  <a:cubicBezTo>
                    <a:pt x="83" y="186"/>
                    <a:pt x="83" y="186"/>
                    <a:pt x="83" y="186"/>
                  </a:cubicBezTo>
                  <a:close/>
                  <a:moveTo>
                    <a:pt x="83" y="162"/>
                  </a:moveTo>
                  <a:cubicBezTo>
                    <a:pt x="83" y="160"/>
                    <a:pt x="83" y="160"/>
                    <a:pt x="83" y="160"/>
                  </a:cubicBezTo>
                  <a:cubicBezTo>
                    <a:pt x="85" y="162"/>
                    <a:pt x="85" y="162"/>
                    <a:pt x="85" y="162"/>
                  </a:cubicBezTo>
                  <a:cubicBezTo>
                    <a:pt x="85" y="163"/>
                    <a:pt x="85" y="163"/>
                    <a:pt x="85" y="163"/>
                  </a:cubicBezTo>
                  <a:cubicBezTo>
                    <a:pt x="85" y="163"/>
                    <a:pt x="84" y="163"/>
                    <a:pt x="84" y="163"/>
                  </a:cubicBezTo>
                  <a:cubicBezTo>
                    <a:pt x="83" y="162"/>
                    <a:pt x="83" y="162"/>
                    <a:pt x="83" y="162"/>
                  </a:cubicBezTo>
                  <a:close/>
                  <a:moveTo>
                    <a:pt x="139" y="193"/>
                  </a:moveTo>
                  <a:cubicBezTo>
                    <a:pt x="138" y="193"/>
                    <a:pt x="138" y="193"/>
                    <a:pt x="138" y="193"/>
                  </a:cubicBezTo>
                  <a:cubicBezTo>
                    <a:pt x="138" y="193"/>
                    <a:pt x="137" y="193"/>
                    <a:pt x="137" y="193"/>
                  </a:cubicBezTo>
                  <a:cubicBezTo>
                    <a:pt x="136" y="194"/>
                    <a:pt x="136" y="194"/>
                    <a:pt x="136" y="194"/>
                  </a:cubicBezTo>
                  <a:cubicBezTo>
                    <a:pt x="136" y="194"/>
                    <a:pt x="135" y="194"/>
                    <a:pt x="135" y="195"/>
                  </a:cubicBezTo>
                  <a:cubicBezTo>
                    <a:pt x="135" y="197"/>
                    <a:pt x="135" y="197"/>
                    <a:pt x="135" y="197"/>
                  </a:cubicBezTo>
                  <a:cubicBezTo>
                    <a:pt x="135" y="198"/>
                    <a:pt x="135" y="198"/>
                    <a:pt x="135" y="199"/>
                  </a:cubicBezTo>
                  <a:cubicBezTo>
                    <a:pt x="135" y="199"/>
                    <a:pt x="135" y="199"/>
                    <a:pt x="135" y="200"/>
                  </a:cubicBezTo>
                  <a:cubicBezTo>
                    <a:pt x="133" y="200"/>
                    <a:pt x="132" y="201"/>
                    <a:pt x="130" y="201"/>
                  </a:cubicBezTo>
                  <a:cubicBezTo>
                    <a:pt x="128" y="201"/>
                    <a:pt x="126" y="201"/>
                    <a:pt x="124" y="201"/>
                  </a:cubicBezTo>
                  <a:cubicBezTo>
                    <a:pt x="123" y="200"/>
                    <a:pt x="121" y="200"/>
                    <a:pt x="120" y="199"/>
                  </a:cubicBezTo>
                  <a:cubicBezTo>
                    <a:pt x="118" y="198"/>
                    <a:pt x="117" y="197"/>
                    <a:pt x="116" y="196"/>
                  </a:cubicBezTo>
                  <a:cubicBezTo>
                    <a:pt x="115" y="195"/>
                    <a:pt x="115" y="194"/>
                    <a:pt x="114" y="192"/>
                  </a:cubicBezTo>
                  <a:cubicBezTo>
                    <a:pt x="114" y="191"/>
                    <a:pt x="114" y="189"/>
                    <a:pt x="114" y="187"/>
                  </a:cubicBezTo>
                  <a:cubicBezTo>
                    <a:pt x="115" y="185"/>
                    <a:pt x="115" y="184"/>
                    <a:pt x="116" y="182"/>
                  </a:cubicBezTo>
                  <a:cubicBezTo>
                    <a:pt x="117" y="181"/>
                    <a:pt x="118" y="180"/>
                    <a:pt x="119" y="179"/>
                  </a:cubicBezTo>
                  <a:cubicBezTo>
                    <a:pt x="121" y="178"/>
                    <a:pt x="122" y="178"/>
                    <a:pt x="124" y="177"/>
                  </a:cubicBezTo>
                  <a:cubicBezTo>
                    <a:pt x="125" y="177"/>
                    <a:pt x="127" y="177"/>
                    <a:pt x="129" y="177"/>
                  </a:cubicBezTo>
                  <a:cubicBezTo>
                    <a:pt x="130" y="178"/>
                    <a:pt x="131" y="178"/>
                    <a:pt x="132" y="179"/>
                  </a:cubicBezTo>
                  <a:cubicBezTo>
                    <a:pt x="133" y="179"/>
                    <a:pt x="134" y="179"/>
                    <a:pt x="135" y="180"/>
                  </a:cubicBezTo>
                  <a:cubicBezTo>
                    <a:pt x="136" y="179"/>
                    <a:pt x="136" y="179"/>
                    <a:pt x="136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35" y="188"/>
                    <a:pt x="135" y="188"/>
                    <a:pt x="135" y="188"/>
                  </a:cubicBezTo>
                  <a:cubicBezTo>
                    <a:pt x="134" y="185"/>
                    <a:pt x="133" y="183"/>
                    <a:pt x="133" y="181"/>
                  </a:cubicBezTo>
                  <a:cubicBezTo>
                    <a:pt x="132" y="180"/>
                    <a:pt x="131" y="179"/>
                    <a:pt x="129" y="179"/>
                  </a:cubicBezTo>
                  <a:cubicBezTo>
                    <a:pt x="127" y="179"/>
                    <a:pt x="125" y="179"/>
                    <a:pt x="124" y="181"/>
                  </a:cubicBezTo>
                  <a:cubicBezTo>
                    <a:pt x="122" y="182"/>
                    <a:pt x="121" y="185"/>
                    <a:pt x="121" y="188"/>
                  </a:cubicBezTo>
                  <a:cubicBezTo>
                    <a:pt x="120" y="191"/>
                    <a:pt x="120" y="194"/>
                    <a:pt x="121" y="196"/>
                  </a:cubicBezTo>
                  <a:cubicBezTo>
                    <a:pt x="122" y="198"/>
                    <a:pt x="123" y="199"/>
                    <a:pt x="125" y="199"/>
                  </a:cubicBezTo>
                  <a:cubicBezTo>
                    <a:pt x="126" y="199"/>
                    <a:pt x="127" y="199"/>
                    <a:pt x="127" y="199"/>
                  </a:cubicBezTo>
                  <a:cubicBezTo>
                    <a:pt x="128" y="199"/>
                    <a:pt x="129" y="199"/>
                    <a:pt x="129" y="198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0" y="194"/>
                    <a:pt x="130" y="193"/>
                    <a:pt x="130" y="193"/>
                  </a:cubicBezTo>
                  <a:cubicBezTo>
                    <a:pt x="130" y="193"/>
                    <a:pt x="130" y="192"/>
                    <a:pt x="129" y="192"/>
                  </a:cubicBezTo>
                  <a:cubicBezTo>
                    <a:pt x="129" y="192"/>
                    <a:pt x="129" y="192"/>
                    <a:pt x="128" y="192"/>
                  </a:cubicBezTo>
                  <a:cubicBezTo>
                    <a:pt x="128" y="192"/>
                    <a:pt x="127" y="191"/>
                    <a:pt x="127" y="191"/>
                  </a:cubicBezTo>
                  <a:cubicBezTo>
                    <a:pt x="127" y="190"/>
                    <a:pt x="127" y="190"/>
                    <a:pt x="127" y="190"/>
                  </a:cubicBezTo>
                  <a:cubicBezTo>
                    <a:pt x="139" y="192"/>
                    <a:pt x="139" y="192"/>
                    <a:pt x="139" y="192"/>
                  </a:cubicBezTo>
                  <a:lnTo>
                    <a:pt x="139" y="193"/>
                  </a:lnTo>
                  <a:close/>
                  <a:moveTo>
                    <a:pt x="83" y="160"/>
                  </a:moveTo>
                  <a:cubicBezTo>
                    <a:pt x="83" y="162"/>
                    <a:pt x="83" y="162"/>
                    <a:pt x="83" y="162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2" y="162"/>
                    <a:pt x="82" y="162"/>
                    <a:pt x="82" y="162"/>
                  </a:cubicBezTo>
                  <a:cubicBezTo>
                    <a:pt x="81" y="162"/>
                    <a:pt x="81" y="163"/>
                    <a:pt x="81" y="16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2" y="177"/>
                    <a:pt x="72" y="177"/>
                    <a:pt x="72" y="177"/>
                  </a:cubicBezTo>
                  <a:cubicBezTo>
                    <a:pt x="72" y="178"/>
                    <a:pt x="72" y="178"/>
                    <a:pt x="72" y="178"/>
                  </a:cubicBezTo>
                  <a:cubicBezTo>
                    <a:pt x="72" y="179"/>
                    <a:pt x="72" y="179"/>
                    <a:pt x="73" y="179"/>
                  </a:cubicBezTo>
                  <a:cubicBezTo>
                    <a:pt x="73" y="179"/>
                    <a:pt x="74" y="180"/>
                    <a:pt x="74" y="180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4" y="173"/>
                    <a:pt x="64" y="174"/>
                    <a:pt x="65" y="174"/>
                  </a:cubicBezTo>
                  <a:cubicBezTo>
                    <a:pt x="65" y="174"/>
                    <a:pt x="66" y="174"/>
                    <a:pt x="66" y="174"/>
                  </a:cubicBezTo>
                  <a:cubicBezTo>
                    <a:pt x="66" y="175"/>
                    <a:pt x="66" y="174"/>
                    <a:pt x="67" y="174"/>
                  </a:cubicBezTo>
                  <a:cubicBezTo>
                    <a:pt x="67" y="174"/>
                    <a:pt x="67" y="174"/>
                    <a:pt x="67" y="173"/>
                  </a:cubicBezTo>
                  <a:cubicBezTo>
                    <a:pt x="76" y="160"/>
                    <a:pt x="76" y="160"/>
                    <a:pt x="76" y="160"/>
                  </a:cubicBezTo>
                  <a:cubicBezTo>
                    <a:pt x="76" y="160"/>
                    <a:pt x="76" y="160"/>
                    <a:pt x="76" y="159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8"/>
                    <a:pt x="76" y="158"/>
                    <a:pt x="75" y="157"/>
                  </a:cubicBezTo>
                  <a:cubicBezTo>
                    <a:pt x="75" y="157"/>
                    <a:pt x="74" y="157"/>
                    <a:pt x="74" y="156"/>
                  </a:cubicBezTo>
                  <a:cubicBezTo>
                    <a:pt x="75" y="156"/>
                    <a:pt x="75" y="156"/>
                    <a:pt x="75" y="156"/>
                  </a:cubicBezTo>
                  <a:cubicBezTo>
                    <a:pt x="83" y="160"/>
                    <a:pt x="83" y="160"/>
                    <a:pt x="83" y="160"/>
                  </a:cubicBezTo>
                  <a:close/>
                  <a:moveTo>
                    <a:pt x="83" y="185"/>
                  </a:moveTo>
                  <a:cubicBezTo>
                    <a:pt x="83" y="186"/>
                    <a:pt x="83" y="186"/>
                    <a:pt x="83" y="186"/>
                  </a:cubicBezTo>
                  <a:cubicBezTo>
                    <a:pt x="80" y="185"/>
                    <a:pt x="80" y="185"/>
                    <a:pt x="80" y="185"/>
                  </a:cubicBezTo>
                  <a:cubicBezTo>
                    <a:pt x="81" y="184"/>
                    <a:pt x="81" y="184"/>
                    <a:pt x="81" y="184"/>
                  </a:cubicBezTo>
                  <a:cubicBezTo>
                    <a:pt x="81" y="184"/>
                    <a:pt x="82" y="184"/>
                    <a:pt x="82" y="185"/>
                  </a:cubicBezTo>
                  <a:cubicBezTo>
                    <a:pt x="83" y="185"/>
                    <a:pt x="83" y="185"/>
                    <a:pt x="83" y="185"/>
                  </a:cubicBezTo>
                  <a:close/>
                  <a:moveTo>
                    <a:pt x="63" y="162"/>
                  </a:moveTo>
                  <a:cubicBezTo>
                    <a:pt x="63" y="161"/>
                    <a:pt x="63" y="161"/>
                    <a:pt x="63" y="161"/>
                  </a:cubicBezTo>
                  <a:cubicBezTo>
                    <a:pt x="65" y="160"/>
                    <a:pt x="66" y="158"/>
                    <a:pt x="66" y="157"/>
                  </a:cubicBezTo>
                  <a:cubicBezTo>
                    <a:pt x="67" y="155"/>
                    <a:pt x="67" y="154"/>
                    <a:pt x="67" y="152"/>
                  </a:cubicBezTo>
                  <a:cubicBezTo>
                    <a:pt x="67" y="151"/>
                    <a:pt x="66" y="150"/>
                    <a:pt x="66" y="148"/>
                  </a:cubicBezTo>
                  <a:cubicBezTo>
                    <a:pt x="65" y="147"/>
                    <a:pt x="64" y="145"/>
                    <a:pt x="63" y="144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8"/>
                    <a:pt x="63" y="148"/>
                  </a:cubicBezTo>
                  <a:cubicBezTo>
                    <a:pt x="63" y="149"/>
                    <a:pt x="63" y="150"/>
                    <a:pt x="63" y="150"/>
                  </a:cubicBezTo>
                  <a:lnTo>
                    <a:pt x="63" y="162"/>
                  </a:lnTo>
                  <a:close/>
                  <a:moveTo>
                    <a:pt x="63" y="144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6"/>
                    <a:pt x="62" y="146"/>
                    <a:pt x="62" y="145"/>
                  </a:cubicBezTo>
                  <a:cubicBezTo>
                    <a:pt x="60" y="144"/>
                    <a:pt x="59" y="143"/>
                    <a:pt x="57" y="144"/>
                  </a:cubicBezTo>
                  <a:cubicBezTo>
                    <a:pt x="56" y="144"/>
                    <a:pt x="55" y="145"/>
                    <a:pt x="55" y="145"/>
                  </a:cubicBezTo>
                  <a:cubicBezTo>
                    <a:pt x="55" y="141"/>
                    <a:pt x="55" y="141"/>
                    <a:pt x="55" y="141"/>
                  </a:cubicBezTo>
                  <a:cubicBezTo>
                    <a:pt x="56" y="141"/>
                    <a:pt x="57" y="141"/>
                    <a:pt x="59" y="141"/>
                  </a:cubicBezTo>
                  <a:cubicBezTo>
                    <a:pt x="60" y="142"/>
                    <a:pt x="61" y="143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lose/>
                  <a:moveTo>
                    <a:pt x="63" y="150"/>
                  </a:moveTo>
                  <a:cubicBezTo>
                    <a:pt x="63" y="162"/>
                    <a:pt x="63" y="162"/>
                    <a:pt x="63" y="162"/>
                  </a:cubicBezTo>
                  <a:cubicBezTo>
                    <a:pt x="61" y="163"/>
                    <a:pt x="59" y="164"/>
                    <a:pt x="57" y="164"/>
                  </a:cubicBezTo>
                  <a:cubicBezTo>
                    <a:pt x="56" y="165"/>
                    <a:pt x="55" y="165"/>
                    <a:pt x="55" y="165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7" y="159"/>
                    <a:pt x="58" y="158"/>
                    <a:pt x="59" y="157"/>
                  </a:cubicBezTo>
                  <a:cubicBezTo>
                    <a:pt x="60" y="156"/>
                    <a:pt x="61" y="155"/>
                    <a:pt x="61" y="154"/>
                  </a:cubicBezTo>
                  <a:cubicBezTo>
                    <a:pt x="62" y="153"/>
                    <a:pt x="63" y="152"/>
                    <a:pt x="63" y="151"/>
                  </a:cubicBezTo>
                  <a:cubicBezTo>
                    <a:pt x="63" y="150"/>
                    <a:pt x="63" y="150"/>
                    <a:pt x="63" y="150"/>
                  </a:cubicBezTo>
                  <a:close/>
                  <a:moveTo>
                    <a:pt x="63" y="174"/>
                  </a:moveTo>
                  <a:cubicBezTo>
                    <a:pt x="63" y="175"/>
                    <a:pt x="63" y="175"/>
                    <a:pt x="63" y="175"/>
                  </a:cubicBezTo>
                  <a:cubicBezTo>
                    <a:pt x="63" y="174"/>
                    <a:pt x="63" y="174"/>
                    <a:pt x="63" y="174"/>
                  </a:cubicBezTo>
                  <a:close/>
                  <a:moveTo>
                    <a:pt x="55" y="141"/>
                  </a:moveTo>
                  <a:cubicBezTo>
                    <a:pt x="55" y="145"/>
                    <a:pt x="55" y="145"/>
                    <a:pt x="55" y="145"/>
                  </a:cubicBezTo>
                  <a:cubicBezTo>
                    <a:pt x="53" y="146"/>
                    <a:pt x="52" y="147"/>
                    <a:pt x="50" y="149"/>
                  </a:cubicBezTo>
                  <a:cubicBezTo>
                    <a:pt x="49" y="150"/>
                    <a:pt x="49" y="151"/>
                    <a:pt x="48" y="152"/>
                  </a:cubicBezTo>
                  <a:cubicBezTo>
                    <a:pt x="47" y="153"/>
                    <a:pt x="47" y="154"/>
                    <a:pt x="46" y="155"/>
                  </a:cubicBezTo>
                  <a:cubicBezTo>
                    <a:pt x="46" y="156"/>
                    <a:pt x="46" y="157"/>
                    <a:pt x="46" y="158"/>
                  </a:cubicBezTo>
                  <a:cubicBezTo>
                    <a:pt x="46" y="159"/>
                    <a:pt x="47" y="159"/>
                    <a:pt x="47" y="160"/>
                  </a:cubicBezTo>
                  <a:cubicBezTo>
                    <a:pt x="48" y="161"/>
                    <a:pt x="49" y="161"/>
                    <a:pt x="50" y="162"/>
                  </a:cubicBezTo>
                  <a:cubicBezTo>
                    <a:pt x="51" y="162"/>
                    <a:pt x="52" y="162"/>
                    <a:pt x="53" y="161"/>
                  </a:cubicBezTo>
                  <a:cubicBezTo>
                    <a:pt x="53" y="161"/>
                    <a:pt x="54" y="161"/>
                    <a:pt x="55" y="160"/>
                  </a:cubicBezTo>
                  <a:cubicBezTo>
                    <a:pt x="55" y="165"/>
                    <a:pt x="55" y="165"/>
                    <a:pt x="55" y="165"/>
                  </a:cubicBezTo>
                  <a:cubicBezTo>
                    <a:pt x="53" y="165"/>
                    <a:pt x="52" y="164"/>
                    <a:pt x="50" y="164"/>
                  </a:cubicBezTo>
                  <a:cubicBezTo>
                    <a:pt x="49" y="165"/>
                    <a:pt x="49" y="166"/>
                    <a:pt x="49" y="167"/>
                  </a:cubicBezTo>
                  <a:cubicBezTo>
                    <a:pt x="49" y="168"/>
                    <a:pt x="49" y="169"/>
                    <a:pt x="50" y="170"/>
                  </a:cubicBezTo>
                  <a:cubicBezTo>
                    <a:pt x="50" y="170"/>
                    <a:pt x="51" y="171"/>
                    <a:pt x="51" y="171"/>
                  </a:cubicBezTo>
                  <a:cubicBezTo>
                    <a:pt x="51" y="171"/>
                    <a:pt x="52" y="171"/>
                    <a:pt x="52" y="171"/>
                  </a:cubicBezTo>
                  <a:cubicBezTo>
                    <a:pt x="51" y="173"/>
                    <a:pt x="51" y="173"/>
                    <a:pt x="51" y="173"/>
                  </a:cubicBezTo>
                  <a:cubicBezTo>
                    <a:pt x="51" y="172"/>
                    <a:pt x="50" y="172"/>
                    <a:pt x="49" y="171"/>
                  </a:cubicBezTo>
                  <a:cubicBezTo>
                    <a:pt x="48" y="171"/>
                    <a:pt x="47" y="170"/>
                    <a:pt x="46" y="169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7" y="143"/>
                    <a:pt x="48" y="142"/>
                    <a:pt x="50" y="141"/>
                  </a:cubicBezTo>
                  <a:cubicBezTo>
                    <a:pt x="51" y="141"/>
                    <a:pt x="53" y="141"/>
                    <a:pt x="54" y="141"/>
                  </a:cubicBezTo>
                  <a:cubicBezTo>
                    <a:pt x="55" y="141"/>
                    <a:pt x="55" y="141"/>
                    <a:pt x="55" y="141"/>
                  </a:cubicBezTo>
                  <a:close/>
                  <a:moveTo>
                    <a:pt x="46" y="134"/>
                  </a:moveTo>
                  <a:cubicBezTo>
                    <a:pt x="46" y="124"/>
                    <a:pt x="46" y="124"/>
                    <a:pt x="46" y="124"/>
                  </a:cubicBezTo>
                  <a:cubicBezTo>
                    <a:pt x="46" y="125"/>
                    <a:pt x="47" y="126"/>
                    <a:pt x="47" y="127"/>
                  </a:cubicBezTo>
                  <a:cubicBezTo>
                    <a:pt x="47" y="128"/>
                    <a:pt x="47" y="129"/>
                    <a:pt x="47" y="130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31"/>
                    <a:pt x="49" y="131"/>
                    <a:pt x="49" y="131"/>
                  </a:cubicBezTo>
                  <a:lnTo>
                    <a:pt x="46" y="134"/>
                  </a:lnTo>
                  <a:close/>
                  <a:moveTo>
                    <a:pt x="13" y="1"/>
                  </a:moveTo>
                  <a:cubicBezTo>
                    <a:pt x="14" y="0"/>
                    <a:pt x="15" y="0"/>
                    <a:pt x="17" y="0"/>
                  </a:cubicBezTo>
                  <a:cubicBezTo>
                    <a:pt x="18" y="0"/>
                    <a:pt x="20" y="0"/>
                    <a:pt x="22" y="1"/>
                  </a:cubicBezTo>
                  <a:cubicBezTo>
                    <a:pt x="23" y="1"/>
                    <a:pt x="25" y="2"/>
                    <a:pt x="26" y="3"/>
                  </a:cubicBezTo>
                  <a:cubicBezTo>
                    <a:pt x="27" y="4"/>
                    <a:pt x="28" y="5"/>
                    <a:pt x="29" y="7"/>
                  </a:cubicBezTo>
                  <a:cubicBezTo>
                    <a:pt x="30" y="8"/>
                    <a:pt x="30" y="10"/>
                    <a:pt x="30" y="11"/>
                  </a:cubicBezTo>
                  <a:cubicBezTo>
                    <a:pt x="30" y="13"/>
                    <a:pt x="30" y="14"/>
                    <a:pt x="29" y="16"/>
                  </a:cubicBezTo>
                  <a:cubicBezTo>
                    <a:pt x="29" y="17"/>
                    <a:pt x="28" y="18"/>
                    <a:pt x="28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1" y="20"/>
                    <a:pt x="23" y="20"/>
                    <a:pt x="25" y="19"/>
                  </a:cubicBezTo>
                  <a:cubicBezTo>
                    <a:pt x="26" y="18"/>
                    <a:pt x="27" y="17"/>
                    <a:pt x="28" y="16"/>
                  </a:cubicBezTo>
                  <a:cubicBezTo>
                    <a:pt x="28" y="14"/>
                    <a:pt x="28" y="12"/>
                    <a:pt x="27" y="10"/>
                  </a:cubicBezTo>
                  <a:cubicBezTo>
                    <a:pt x="25" y="9"/>
                    <a:pt x="23" y="8"/>
                    <a:pt x="20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6"/>
                    <a:pt x="13" y="6"/>
                  </a:cubicBezTo>
                  <a:cubicBezTo>
                    <a:pt x="13" y="1"/>
                    <a:pt x="13" y="1"/>
                    <a:pt x="13" y="1"/>
                  </a:cubicBezTo>
                  <a:close/>
                  <a:moveTo>
                    <a:pt x="46" y="124"/>
                  </a:moveTo>
                  <a:cubicBezTo>
                    <a:pt x="46" y="134"/>
                    <a:pt x="46" y="134"/>
                    <a:pt x="46" y="134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4" y="131"/>
                    <a:pt x="45" y="129"/>
                  </a:cubicBezTo>
                  <a:cubicBezTo>
                    <a:pt x="45" y="128"/>
                    <a:pt x="45" y="126"/>
                    <a:pt x="44" y="124"/>
                  </a:cubicBezTo>
                  <a:cubicBezTo>
                    <a:pt x="43" y="123"/>
                    <a:pt x="42" y="122"/>
                    <a:pt x="39" y="122"/>
                  </a:cubicBezTo>
                  <a:cubicBezTo>
                    <a:pt x="37" y="122"/>
                    <a:pt x="35" y="123"/>
                    <a:pt x="32" y="125"/>
                  </a:cubicBezTo>
                  <a:cubicBezTo>
                    <a:pt x="30" y="126"/>
                    <a:pt x="27" y="128"/>
                    <a:pt x="27" y="130"/>
                  </a:cubicBezTo>
                  <a:cubicBezTo>
                    <a:pt x="26" y="132"/>
                    <a:pt x="26" y="134"/>
                    <a:pt x="27" y="136"/>
                  </a:cubicBezTo>
                  <a:cubicBezTo>
                    <a:pt x="27" y="136"/>
                    <a:pt x="28" y="137"/>
                    <a:pt x="28" y="137"/>
                  </a:cubicBezTo>
                  <a:cubicBezTo>
                    <a:pt x="29" y="138"/>
                    <a:pt x="30" y="138"/>
                    <a:pt x="30" y="138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5" y="135"/>
                    <a:pt x="35" y="135"/>
                  </a:cubicBezTo>
                  <a:cubicBezTo>
                    <a:pt x="35" y="135"/>
                    <a:pt x="35" y="135"/>
                    <a:pt x="35" y="134"/>
                  </a:cubicBezTo>
                  <a:cubicBezTo>
                    <a:pt x="35" y="134"/>
                    <a:pt x="35" y="133"/>
                    <a:pt x="34" y="133"/>
                  </a:cubicBezTo>
                  <a:cubicBezTo>
                    <a:pt x="34" y="133"/>
                    <a:pt x="34" y="132"/>
                    <a:pt x="34" y="132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40" y="141"/>
                    <a:pt x="40" y="141"/>
                    <a:pt x="40" y="141"/>
                  </a:cubicBezTo>
                  <a:cubicBezTo>
                    <a:pt x="40" y="141"/>
                    <a:pt x="39" y="141"/>
                    <a:pt x="39" y="140"/>
                  </a:cubicBezTo>
                  <a:cubicBezTo>
                    <a:pt x="39" y="140"/>
                    <a:pt x="38" y="140"/>
                    <a:pt x="38" y="140"/>
                  </a:cubicBezTo>
                  <a:cubicBezTo>
                    <a:pt x="38" y="140"/>
                    <a:pt x="37" y="140"/>
                    <a:pt x="37" y="140"/>
                  </a:cubicBezTo>
                  <a:cubicBezTo>
                    <a:pt x="35" y="142"/>
                    <a:pt x="35" y="142"/>
                    <a:pt x="35" y="142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4" y="143"/>
                    <a:pt x="33" y="143"/>
                    <a:pt x="33" y="143"/>
                  </a:cubicBezTo>
                  <a:cubicBezTo>
                    <a:pt x="32" y="143"/>
                    <a:pt x="30" y="141"/>
                    <a:pt x="29" y="140"/>
                  </a:cubicBezTo>
                  <a:cubicBezTo>
                    <a:pt x="27" y="139"/>
                    <a:pt x="26" y="137"/>
                    <a:pt x="25" y="136"/>
                  </a:cubicBezTo>
                  <a:cubicBezTo>
                    <a:pt x="24" y="135"/>
                    <a:pt x="23" y="133"/>
                    <a:pt x="23" y="132"/>
                  </a:cubicBezTo>
                  <a:cubicBezTo>
                    <a:pt x="23" y="130"/>
                    <a:pt x="23" y="128"/>
                    <a:pt x="23" y="127"/>
                  </a:cubicBezTo>
                  <a:cubicBezTo>
                    <a:pt x="23" y="126"/>
                    <a:pt x="24" y="124"/>
                    <a:pt x="25" y="123"/>
                  </a:cubicBezTo>
                  <a:cubicBezTo>
                    <a:pt x="25" y="122"/>
                    <a:pt x="27" y="121"/>
                    <a:pt x="28" y="120"/>
                  </a:cubicBezTo>
                  <a:cubicBezTo>
                    <a:pt x="30" y="119"/>
                    <a:pt x="32" y="118"/>
                    <a:pt x="33" y="118"/>
                  </a:cubicBezTo>
                  <a:cubicBezTo>
                    <a:pt x="35" y="118"/>
                    <a:pt x="36" y="118"/>
                    <a:pt x="38" y="118"/>
                  </a:cubicBezTo>
                  <a:cubicBezTo>
                    <a:pt x="39" y="118"/>
                    <a:pt x="40" y="119"/>
                    <a:pt x="42" y="120"/>
                  </a:cubicBezTo>
                  <a:cubicBezTo>
                    <a:pt x="43" y="121"/>
                    <a:pt x="44" y="122"/>
                    <a:pt x="45" y="124"/>
                  </a:cubicBezTo>
                  <a:cubicBezTo>
                    <a:pt x="46" y="124"/>
                    <a:pt x="46" y="124"/>
                    <a:pt x="46" y="124"/>
                  </a:cubicBezTo>
                  <a:close/>
                  <a:moveTo>
                    <a:pt x="46" y="144"/>
                  </a:moveTo>
                  <a:cubicBezTo>
                    <a:pt x="46" y="169"/>
                    <a:pt x="46" y="169"/>
                    <a:pt x="46" y="169"/>
                  </a:cubicBezTo>
                  <a:cubicBezTo>
                    <a:pt x="46" y="169"/>
                    <a:pt x="46" y="169"/>
                    <a:pt x="46" y="169"/>
                  </a:cubicBezTo>
                  <a:cubicBezTo>
                    <a:pt x="44" y="168"/>
                    <a:pt x="44" y="166"/>
                    <a:pt x="44" y="165"/>
                  </a:cubicBezTo>
                  <a:cubicBezTo>
                    <a:pt x="44" y="163"/>
                    <a:pt x="44" y="162"/>
                    <a:pt x="45" y="160"/>
                  </a:cubicBezTo>
                  <a:cubicBezTo>
                    <a:pt x="44" y="159"/>
                    <a:pt x="44" y="158"/>
                    <a:pt x="43" y="156"/>
                  </a:cubicBezTo>
                  <a:cubicBezTo>
                    <a:pt x="42" y="155"/>
                    <a:pt x="42" y="154"/>
                    <a:pt x="42" y="152"/>
                  </a:cubicBezTo>
                  <a:cubicBezTo>
                    <a:pt x="42" y="151"/>
                    <a:pt x="42" y="150"/>
                    <a:pt x="43" y="148"/>
                  </a:cubicBezTo>
                  <a:cubicBezTo>
                    <a:pt x="44" y="147"/>
                    <a:pt x="44" y="146"/>
                    <a:pt x="46" y="145"/>
                  </a:cubicBezTo>
                  <a:cubicBezTo>
                    <a:pt x="46" y="144"/>
                    <a:pt x="46" y="144"/>
                    <a:pt x="46" y="144"/>
                  </a:cubicBezTo>
                  <a:close/>
                  <a:moveTo>
                    <a:pt x="13" y="114"/>
                  </a:moveTo>
                  <a:cubicBezTo>
                    <a:pt x="13" y="111"/>
                    <a:pt x="13" y="111"/>
                    <a:pt x="13" y="11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3" y="97"/>
                    <a:pt x="13" y="9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4" y="91"/>
                    <a:pt x="24" y="90"/>
                  </a:cubicBezTo>
                  <a:cubicBezTo>
                    <a:pt x="25" y="90"/>
                    <a:pt x="25" y="90"/>
                    <a:pt x="25" y="89"/>
                  </a:cubicBezTo>
                  <a:cubicBezTo>
                    <a:pt x="25" y="89"/>
                    <a:pt x="25" y="88"/>
                    <a:pt x="25" y="88"/>
                  </a:cubicBezTo>
                  <a:cubicBezTo>
                    <a:pt x="25" y="87"/>
                    <a:pt x="25" y="87"/>
                    <a:pt x="25" y="86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0" y="110"/>
                    <a:pt x="20" y="110"/>
                    <a:pt x="20" y="110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9" y="107"/>
                    <a:pt x="30" y="106"/>
                    <a:pt x="31" y="106"/>
                  </a:cubicBezTo>
                  <a:cubicBezTo>
                    <a:pt x="31" y="105"/>
                    <a:pt x="32" y="105"/>
                    <a:pt x="32" y="105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32" y="103"/>
                    <a:pt x="32" y="102"/>
                    <a:pt x="32" y="102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0"/>
                    <a:pt x="35" y="110"/>
                    <a:pt x="34" y="109"/>
                  </a:cubicBezTo>
                  <a:cubicBezTo>
                    <a:pt x="34" y="109"/>
                    <a:pt x="34" y="109"/>
                    <a:pt x="33" y="108"/>
                  </a:cubicBezTo>
                  <a:cubicBezTo>
                    <a:pt x="33" y="108"/>
                    <a:pt x="32" y="108"/>
                    <a:pt x="32" y="108"/>
                  </a:cubicBezTo>
                  <a:cubicBezTo>
                    <a:pt x="31" y="108"/>
                    <a:pt x="30" y="109"/>
                    <a:pt x="29" y="109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3" y="114"/>
                    <a:pt x="13" y="114"/>
                    <a:pt x="13" y="114"/>
                  </a:cubicBezTo>
                  <a:close/>
                  <a:moveTo>
                    <a:pt x="13" y="84"/>
                  </a:moveTo>
                  <a:cubicBezTo>
                    <a:pt x="13" y="78"/>
                    <a:pt x="13" y="78"/>
                    <a:pt x="13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5" y="78"/>
                    <a:pt x="17" y="78"/>
                    <a:pt x="18" y="78"/>
                  </a:cubicBezTo>
                  <a:cubicBezTo>
                    <a:pt x="19" y="77"/>
                    <a:pt x="20" y="77"/>
                    <a:pt x="21" y="76"/>
                  </a:cubicBezTo>
                  <a:cubicBezTo>
                    <a:pt x="22" y="76"/>
                    <a:pt x="23" y="75"/>
                    <a:pt x="23" y="74"/>
                  </a:cubicBezTo>
                  <a:cubicBezTo>
                    <a:pt x="23" y="73"/>
                    <a:pt x="24" y="72"/>
                    <a:pt x="23" y="71"/>
                  </a:cubicBezTo>
                  <a:cubicBezTo>
                    <a:pt x="23" y="69"/>
                    <a:pt x="22" y="68"/>
                    <a:pt x="20" y="67"/>
                  </a:cubicBezTo>
                  <a:cubicBezTo>
                    <a:pt x="19" y="66"/>
                    <a:pt x="16" y="66"/>
                    <a:pt x="13" y="67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4" y="60"/>
                    <a:pt x="15" y="60"/>
                    <a:pt x="17" y="61"/>
                  </a:cubicBezTo>
                  <a:cubicBezTo>
                    <a:pt x="18" y="61"/>
                    <a:pt x="19" y="62"/>
                    <a:pt x="21" y="63"/>
                  </a:cubicBezTo>
                  <a:cubicBezTo>
                    <a:pt x="22" y="64"/>
                    <a:pt x="23" y="65"/>
                    <a:pt x="23" y="66"/>
                  </a:cubicBezTo>
                  <a:cubicBezTo>
                    <a:pt x="24" y="68"/>
                    <a:pt x="25" y="69"/>
                    <a:pt x="25" y="71"/>
                  </a:cubicBezTo>
                  <a:cubicBezTo>
                    <a:pt x="25" y="73"/>
                    <a:pt x="25" y="74"/>
                    <a:pt x="25" y="76"/>
                  </a:cubicBezTo>
                  <a:cubicBezTo>
                    <a:pt x="24" y="77"/>
                    <a:pt x="24" y="79"/>
                    <a:pt x="23" y="80"/>
                  </a:cubicBezTo>
                  <a:cubicBezTo>
                    <a:pt x="22" y="81"/>
                    <a:pt x="21" y="82"/>
                    <a:pt x="20" y="83"/>
                  </a:cubicBezTo>
                  <a:cubicBezTo>
                    <a:pt x="18" y="84"/>
                    <a:pt x="17" y="84"/>
                    <a:pt x="15" y="84"/>
                  </a:cubicBezTo>
                  <a:cubicBezTo>
                    <a:pt x="14" y="84"/>
                    <a:pt x="14" y="84"/>
                    <a:pt x="13" y="84"/>
                  </a:cubicBezTo>
                  <a:close/>
                  <a:moveTo>
                    <a:pt x="13" y="50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0"/>
                    <a:pt x="22" y="30"/>
                    <a:pt x="22" y="30"/>
                  </a:cubicBezTo>
                  <a:cubicBezTo>
                    <a:pt x="22" y="30"/>
                    <a:pt x="23" y="30"/>
                    <a:pt x="23" y="29"/>
                  </a:cubicBezTo>
                  <a:cubicBezTo>
                    <a:pt x="23" y="29"/>
                    <a:pt x="23" y="29"/>
                    <a:pt x="23" y="28"/>
                  </a:cubicBezTo>
                  <a:cubicBezTo>
                    <a:pt x="23" y="28"/>
                    <a:pt x="23" y="27"/>
                    <a:pt x="23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8"/>
                    <a:pt x="23" y="38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2" y="37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1" y="45"/>
                    <a:pt x="21" y="45"/>
                  </a:cubicBezTo>
                  <a:cubicBezTo>
                    <a:pt x="21" y="45"/>
                    <a:pt x="21" y="45"/>
                    <a:pt x="21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4"/>
                    <a:pt x="21" y="54"/>
                    <a:pt x="21" y="53"/>
                  </a:cubicBezTo>
                  <a:cubicBezTo>
                    <a:pt x="21" y="53"/>
                    <a:pt x="21" y="52"/>
                    <a:pt x="21" y="52"/>
                  </a:cubicBezTo>
                  <a:cubicBezTo>
                    <a:pt x="21" y="52"/>
                    <a:pt x="21" y="52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13" y="50"/>
                  </a:lnTo>
                  <a:close/>
                  <a:moveTo>
                    <a:pt x="7" y="8"/>
                  </a:moveTo>
                  <a:cubicBezTo>
                    <a:pt x="7" y="6"/>
                    <a:pt x="8" y="5"/>
                    <a:pt x="9" y="4"/>
                  </a:cubicBezTo>
                  <a:cubicBezTo>
                    <a:pt x="10" y="3"/>
                    <a:pt x="11" y="2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3" y="6"/>
                    <a:pt x="12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8"/>
                    <a:pt x="9" y="9"/>
                    <a:pt x="8" y="10"/>
                  </a:cubicBezTo>
                  <a:cubicBezTo>
                    <a:pt x="8" y="11"/>
                    <a:pt x="8" y="13"/>
                    <a:pt x="8" y="14"/>
                  </a:cubicBezTo>
                  <a:cubicBezTo>
                    <a:pt x="9" y="16"/>
                    <a:pt x="10" y="17"/>
                    <a:pt x="11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8" y="18"/>
                    <a:pt x="8" y="17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0"/>
                    <a:pt x="6" y="9"/>
                    <a:pt x="7" y="8"/>
                  </a:cubicBezTo>
                  <a:close/>
                  <a:moveTo>
                    <a:pt x="13" y="30"/>
                  </a:moveTo>
                  <a:cubicBezTo>
                    <a:pt x="13" y="50"/>
                    <a:pt x="13" y="50"/>
                    <a:pt x="13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2" y="50"/>
                    <a:pt x="2" y="50"/>
                    <a:pt x="2" y="51"/>
                  </a:cubicBezTo>
                  <a:cubicBezTo>
                    <a:pt x="2" y="51"/>
                    <a:pt x="2" y="51"/>
                    <a:pt x="2" y="52"/>
                  </a:cubicBezTo>
                  <a:cubicBezTo>
                    <a:pt x="2" y="52"/>
                    <a:pt x="1" y="53"/>
                    <a:pt x="1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2" y="42"/>
                    <a:pt x="2" y="43"/>
                    <a:pt x="2" y="43"/>
                  </a:cubicBezTo>
                  <a:cubicBezTo>
                    <a:pt x="2" y="44"/>
                    <a:pt x="3" y="44"/>
                    <a:pt x="3" y="44"/>
                  </a:cubicBezTo>
                  <a:cubicBezTo>
                    <a:pt x="3" y="44"/>
                    <a:pt x="4" y="44"/>
                    <a:pt x="4" y="44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3" y="35"/>
                    <a:pt x="3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2" y="37"/>
                    <a:pt x="2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13" y="30"/>
                    <a:pt x="13" y="30"/>
                    <a:pt x="13" y="30"/>
                  </a:cubicBezTo>
                  <a:close/>
                  <a:moveTo>
                    <a:pt x="13" y="60"/>
                  </a:moveTo>
                  <a:cubicBezTo>
                    <a:pt x="13" y="67"/>
                    <a:pt x="13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0" y="67"/>
                    <a:pt x="8" y="67"/>
                  </a:cubicBezTo>
                  <a:cubicBezTo>
                    <a:pt x="7" y="68"/>
                    <a:pt x="6" y="68"/>
                    <a:pt x="5" y="69"/>
                  </a:cubicBezTo>
                  <a:cubicBezTo>
                    <a:pt x="4" y="69"/>
                    <a:pt x="4" y="70"/>
                    <a:pt x="3" y="71"/>
                  </a:cubicBezTo>
                  <a:cubicBezTo>
                    <a:pt x="3" y="72"/>
                    <a:pt x="3" y="73"/>
                    <a:pt x="3" y="74"/>
                  </a:cubicBezTo>
                  <a:cubicBezTo>
                    <a:pt x="3" y="75"/>
                    <a:pt x="3" y="76"/>
                    <a:pt x="4" y="76"/>
                  </a:cubicBezTo>
                  <a:cubicBezTo>
                    <a:pt x="5" y="77"/>
                    <a:pt x="5" y="78"/>
                    <a:pt x="6" y="78"/>
                  </a:cubicBezTo>
                  <a:cubicBezTo>
                    <a:pt x="7" y="78"/>
                    <a:pt x="8" y="78"/>
                    <a:pt x="10" y="78"/>
                  </a:cubicBezTo>
                  <a:cubicBezTo>
                    <a:pt x="11" y="78"/>
                    <a:pt x="12" y="78"/>
                    <a:pt x="13" y="78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2" y="84"/>
                    <a:pt x="11" y="84"/>
                    <a:pt x="10" y="84"/>
                  </a:cubicBezTo>
                  <a:cubicBezTo>
                    <a:pt x="8" y="84"/>
                    <a:pt x="7" y="83"/>
                    <a:pt x="6" y="82"/>
                  </a:cubicBezTo>
                  <a:cubicBezTo>
                    <a:pt x="5" y="81"/>
                    <a:pt x="4" y="80"/>
                    <a:pt x="3" y="79"/>
                  </a:cubicBezTo>
                  <a:cubicBezTo>
                    <a:pt x="2" y="78"/>
                    <a:pt x="2" y="76"/>
                    <a:pt x="1" y="74"/>
                  </a:cubicBezTo>
                  <a:cubicBezTo>
                    <a:pt x="1" y="72"/>
                    <a:pt x="1" y="71"/>
                    <a:pt x="2" y="69"/>
                  </a:cubicBezTo>
                  <a:cubicBezTo>
                    <a:pt x="2" y="67"/>
                    <a:pt x="2" y="66"/>
                    <a:pt x="3" y="65"/>
                  </a:cubicBezTo>
                  <a:cubicBezTo>
                    <a:pt x="4" y="64"/>
                    <a:pt x="5" y="63"/>
                    <a:pt x="7" y="62"/>
                  </a:cubicBezTo>
                  <a:cubicBezTo>
                    <a:pt x="8" y="61"/>
                    <a:pt x="10" y="61"/>
                    <a:pt x="11" y="60"/>
                  </a:cubicBezTo>
                  <a:cubicBezTo>
                    <a:pt x="12" y="60"/>
                    <a:pt x="13" y="60"/>
                    <a:pt x="13" y="60"/>
                  </a:cubicBezTo>
                  <a:close/>
                  <a:moveTo>
                    <a:pt x="13" y="95"/>
                  </a:moveTo>
                  <a:cubicBezTo>
                    <a:pt x="13" y="97"/>
                    <a:pt x="13" y="97"/>
                    <a:pt x="13" y="97"/>
                  </a:cubicBezTo>
                  <a:cubicBezTo>
                    <a:pt x="12" y="97"/>
                    <a:pt x="12" y="98"/>
                    <a:pt x="11" y="98"/>
                  </a:cubicBezTo>
                  <a:cubicBezTo>
                    <a:pt x="11" y="99"/>
                    <a:pt x="10" y="99"/>
                    <a:pt x="10" y="99"/>
                  </a:cubicBezTo>
                  <a:cubicBezTo>
                    <a:pt x="10" y="100"/>
                    <a:pt x="10" y="100"/>
                    <a:pt x="10" y="101"/>
                  </a:cubicBezTo>
                  <a:cubicBezTo>
                    <a:pt x="10" y="102"/>
                    <a:pt x="10" y="102"/>
                    <a:pt x="10" y="103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7" y="94"/>
                    <a:pt x="7" y="95"/>
                  </a:cubicBezTo>
                  <a:cubicBezTo>
                    <a:pt x="8" y="95"/>
                    <a:pt x="8" y="95"/>
                    <a:pt x="8" y="96"/>
                  </a:cubicBezTo>
                  <a:cubicBezTo>
                    <a:pt x="9" y="96"/>
                    <a:pt x="9" y="96"/>
                    <a:pt x="10" y="96"/>
                  </a:cubicBezTo>
                  <a:cubicBezTo>
                    <a:pt x="11" y="96"/>
                    <a:pt x="12" y="96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lose/>
                  <a:moveTo>
                    <a:pt x="13" y="111"/>
                  </a:moveTo>
                  <a:cubicBezTo>
                    <a:pt x="13" y="114"/>
                    <a:pt x="13" y="114"/>
                    <a:pt x="13" y="114"/>
                  </a:cubicBezTo>
                  <a:cubicBezTo>
                    <a:pt x="13" y="112"/>
                    <a:pt x="13" y="112"/>
                    <a:pt x="13" y="112"/>
                  </a:cubicBezTo>
                  <a:lnTo>
                    <a:pt x="13" y="1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1971</Words>
  <Application>Microsoft Office PowerPoint</Application>
  <PresentationFormat>宽屏</PresentationFormat>
  <Paragraphs>428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Pengfan Chen</cp:lastModifiedBy>
  <cp:revision>15</cp:revision>
  <dcterms:created xsi:type="dcterms:W3CDTF">2026-07-14T17:23:20Z</dcterms:created>
  <dcterms:modified xsi:type="dcterms:W3CDTF">2026-07-15T01:39:28Z</dcterms:modified>
  <cp:category/>
  <cp:contentStatus/>
  <dc:language/>
</cp:coreProperties>
</file>